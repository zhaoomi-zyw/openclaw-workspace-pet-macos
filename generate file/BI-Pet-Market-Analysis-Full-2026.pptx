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宠物市场与竞争分析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&amp; Boehringer Ingelheim Competitive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| BI产品 | 竞品动态 |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 |  非官方披露数据仅供内部使用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宠物数量增长(2020以来)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Population Growth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82296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822960"/>
            <a:ext cx="54864" cy="12801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896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1325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1554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240280"/>
            <a:ext cx="402336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272491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猫三联疫苗国产突破：海正「海妙哆」填补国产高端空白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猫咪经济持续攀升，数量增长显著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猫用糖尿病、肾脏病等慢性病需求上升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BI猫用产品：NexGard COMBO（首个且唯一获批治疗绦虫）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240280"/>
            <a:ext cx="402336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72491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异恶唑啉类药物市场快速增长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数据来源：央视网、前瞻网、中国畜牧业协会宠物产业分会、派读宠物行业大数据平台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554480"/>
                <a:gridCol w="182880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| Key Competitor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822960"/>
            <a:ext cx="265176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5大领域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7220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押注宠物慢性病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Chronic Disease Areas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176272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与京东健康合作，打造宠物抗感染中心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28800"/>
            <a:ext cx="402336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消费者对产品质量、性价比及创新性要求不断提高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洞察：硕腾高壁垒、高毛利、高复购，但短期面临增速压力，慢性病布局为长期关键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数据来源：雪球网、前瞻网、搜狐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竞品分析：礼蓝 &amp; 默沙东 | Elanco &amp; Merck Animal Health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礼蓝动保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2026年Q1财报将于5月6日公布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2026年4月海南召开「精准干预」大会，聚焦宠物健康管理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与Kuehne+Nagel（德迅）建立物流合作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持续布局宠物医院渠道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3749040" cy="64008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关注点：Q1财报（5月6日）及中国业务指引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02336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22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默沙东动保 Merck Animal Health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3716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持续举办「宠物医院发展论坛」，构建「医宠互信」新生态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2024年7月完成收购礼蓝动保水产业务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持续参与北京宠物医师大会等行业重要会议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 | Channel Strategy：外资品牌核心渠道 = 宠物医院（制高点）+ 电商快速增长（京东健康×硕腾合作）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数据来源：前瞻网、知乎、Elanco官方公告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3891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海正动保（重点关注）| Haizhou Animal Health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38912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98448"/>
            <a:ext cx="54864" cy="67665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609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 | 联合华中农业大学国家重点实验室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2025年2月上市，填补国产高端宠物疫苗空白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438912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48256"/>
            <a:ext cx="54864" cy="67665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103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 | 获越南官方批准上市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438912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98064"/>
            <a:ext cx="54864" cy="67665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852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6A标准体系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依托法莫山药业70年制药积淀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构建精品标准，提升竞争力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438912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47872"/>
            <a:ext cx="54864" cy="67665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业绩目标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858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订单破30万 | 业绩向10亿元迈进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822960"/>
            <a:ext cx="36576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822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其他国内竞品 | Other Domestic Players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298448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1353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645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发布狗狗驱虫滴剂产品「倍宠恩」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2670048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2724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9992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2026年4月29日举行投资者关系活动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703320"/>
            <a:ext cx="365760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1208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4005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猫三联疫苗已实现国产集体突破，向高端药品市场渗透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4389120" cy="45720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BI对策：强化驱虫组合优势 + 加速猫糖尿病等慢病产品管线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Key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55448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804672"/>
            <a:ext cx="192024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804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804672"/>
            <a:ext cx="182880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804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804672"/>
            <a:ext cx="164592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804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804672"/>
            <a:ext cx="1645920" cy="54864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8046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353312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5331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20240" y="1353312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3533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135331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3533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1353312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353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驱虫药、抗感染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宠物健康管理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1353312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353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猫三联「海妙哆」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驱虫药「海乐旺」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1975104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75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1975104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19751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0" y="1975104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97510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0" y="1975104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975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健康管理方案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975104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975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6A标准体系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2596896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9689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20240" y="2596896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25968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259689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59689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2596896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9689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物流合作K+N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15200" y="2596896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259689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国内快速扩张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出海越南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218688"/>
            <a:ext cx="1554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1868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920240" y="3218688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32186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0" y="3218688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2186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69280" y="3218688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32186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0" y="3218688"/>
            <a:ext cx="1645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321868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840480"/>
            <a:ext cx="155448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8404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20240" y="3840480"/>
            <a:ext cx="192024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65960" y="38404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840480" y="384048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86200" y="38404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69280" y="3840480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3840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中国业务指引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增长压力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15200" y="3840480"/>
            <a:ext cx="164592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60920" y="3840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5760" y="1353312"/>
            <a:ext cx="1554480" cy="3108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1353312"/>
            <a:ext cx="1554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Industry Trends &amp; BI Opportunities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Substitution Deepening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猫三联疫苗国产集体突破后，海正动保等持续向高端宠物药品市场渗透，外资品牌份额面临压缩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07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Go Global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海正「海乐旺」获越南批准上市，中国动保企业从「引进来」向「走出去」转型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Standardization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农业农村部发布4项宠物领域行业标准，2026年5月1日实施，推动宠物行业规范化发展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Innovation Drives Growth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2670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Zoetis布局手术机器人（Ottava），礼蓝聚焦精准干预，硕腾押注宠物五大慢性病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Competition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宠物医院仍是外资品牌核心阵地，电商渠道快速增长，线上线下融合趋势明显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宠物健康管理升级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7307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 Mgmt Upgrade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从治疗向预防转变，精准干预、个性化健康管理成为行业新趋势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深耕电商渠道 + 建立数字化宠主体验工具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Market &amp; Competitor Analysis 2026</dc:title>
  <dc:subject>PptxGenJS Presentation</dc:subject>
  <dc:creator>BI China Pet Health</dc:creator>
  <cp:lastModifiedBy>BI China Pet Health</cp:lastModifiedBy>
  <cp:revision>1</cp:revision>
  <dcterms:created xsi:type="dcterms:W3CDTF">2026-05-05T08:24:46Z</dcterms:created>
  <dcterms:modified xsi:type="dcterms:W3CDTF">2026-05-05T08:24:46Z</dcterms:modified>
</cp:coreProperties>
</file>