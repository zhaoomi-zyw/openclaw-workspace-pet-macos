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EC2_8C80B5C2.xml" ContentType="application/vnd.ms-powerpoint.comment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omments/modernComment_7FFFFEC0_C4A75ABD.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Lst>
  <p:notesMasterIdLst>
    <p:notesMasterId r:id="rId14"/>
  </p:notesMasterIdLst>
  <p:handoutMasterIdLst>
    <p:handoutMasterId r:id="rId15"/>
  </p:handoutMasterIdLst>
  <p:sldIdLst>
    <p:sldId id="2147474458" r:id="rId5"/>
    <p:sldId id="2147483333" r:id="rId6"/>
    <p:sldId id="2147483334" r:id="rId7"/>
    <p:sldId id="2147474468" r:id="rId8"/>
    <p:sldId id="2147483330" r:id="rId9"/>
    <p:sldId id="2147483327" r:id="rId10"/>
    <p:sldId id="2147483331" r:id="rId11"/>
    <p:sldId id="2147483328" r:id="rId12"/>
    <p:sldId id="2147483329" r:id="rId13"/>
  </p:sldIdLst>
  <p:sldSz cx="12192000" cy="6858000"/>
  <p:notesSz cx="6858000" cy="9144000"/>
  <p:embeddedFontLst>
    <p:embeddedFont>
      <p:font typeface="Boehringer Forward Head" panose="02010600030101010101" charset="0"/>
      <p:regular r:id="rId16"/>
      <p:bold r:id="rId17"/>
      <p:italic r:id="rId18"/>
      <p:boldItalic r:id="rId19"/>
    </p:embeddedFont>
    <p:embeddedFont>
      <p:font typeface="Boehringer Forward Text" panose="02010600030101010101" charset="0"/>
      <p:regular r:id="rId20"/>
      <p:bold r:id="rId21"/>
      <p:italic r:id="rId22"/>
      <p:boldItalic r:id="rId23"/>
    </p:embeddedFont>
  </p:embeddedFontLst>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to-slides" id="{AA08E66F-718D-4436-8623-AEBA27634B0F}">
          <p14:sldIdLst>
            <p14:sldId id="2147474458"/>
            <p14:sldId id="2147483333"/>
            <p14:sldId id="2147483334"/>
            <p14:sldId id="2147474468"/>
            <p14:sldId id="2147483330"/>
            <p14:sldId id="2147483327"/>
            <p14:sldId id="2147483331"/>
            <p14:sldId id="2147483328"/>
            <p14:sldId id="214748332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5D757B-3B87-6144-56C8-871EEAAAF40B}" name="Jiang,Jason (IT CTO) BII-CN-S" initials="SJ" userId="S::jason_2.jiang@boehringer-ingelheim.com::af10eb2d-7978-4f50-b803-59bffbf2fffa" providerId="AD"/>
  <p188:author id="{C01538C6-9A4D-6E97-6C2B-239092DB5C40}" name="Zhao,Omi (IT INF) BII-CN-S" initials="YZ" userId="S::omi.zhao@boehringer-ingelheim.com::2fec8dbb-20b3-4183-b30b-a97e8e1bad57" providerId="AD"/>
  <p188:author id="{DEF27FE2-4FBA-13A3-2311-A550CE89D8C0}" name="Zhou,Sky (IT M+S) BII-CN-S" initials="SZ" userId="S::sky.zhou@boehringer-ingelheim.com::ae1b3ebc-0b11-4ddd-8e7a-686f4ff9fa77" providerId="AD"/>
  <p188:author id="{648927FB-19A4-A01B-D0AA-3538EC176146}" name="Chen,Ting (IT M+S) BII-CN-S" initials="" userId="S::ting_3.chen@boehringer-ingelheim.com::5c73fbd9-4859-49e2-81bd-a95e2de0a9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extLst>
      <p:ext uri="{19B8F6BF-5375-455C-9EA6-DF929625EA0E}">
        <p15:presenceInfo xmlns:p15="http://schemas.microsoft.com/office/powerpoint/2012/main" userId=" "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3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4.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LY XU" userId="52f0466bda2ee3ba" providerId="LiveId" clId="{72F62F6C-C739-49DD-8672-8AEC33E2ECBD}"/>
    <pc:docChg chg="undo custSel addSld delSld modSld modSection">
      <pc:chgData name="LILY XU" userId="52f0466bda2ee3ba" providerId="LiveId" clId="{72F62F6C-C739-49DD-8672-8AEC33E2ECBD}" dt="2026-03-30T14:27:05.549" v="317"/>
      <pc:docMkLst>
        <pc:docMk/>
      </pc:docMkLst>
      <pc:sldChg chg="modSp mod">
        <pc:chgData name="LILY XU" userId="52f0466bda2ee3ba" providerId="LiveId" clId="{72F62F6C-C739-49DD-8672-8AEC33E2ECBD}" dt="2026-03-30T13:47:43.574" v="314" actId="207"/>
        <pc:sldMkLst>
          <pc:docMk/>
          <pc:sldMk cId="1279528765" sldId="2147483327"/>
        </pc:sldMkLst>
        <pc:spChg chg="mod">
          <ac:chgData name="LILY XU" userId="52f0466bda2ee3ba" providerId="LiveId" clId="{72F62F6C-C739-49DD-8672-8AEC33E2ECBD}" dt="2026-03-30T13:47:43.574" v="314" actId="207"/>
          <ac:spMkLst>
            <pc:docMk/>
            <pc:sldMk cId="1279528765" sldId="2147483327"/>
            <ac:spMk id="3" creationId="{D27B7B38-633F-34B1-B275-2290F4668FD6}"/>
          </ac:spMkLst>
        </pc:spChg>
      </pc:sldChg>
      <pc:sldChg chg="addSp delSp modSp mod">
        <pc:chgData name="LILY XU" userId="52f0466bda2ee3ba" providerId="LiveId" clId="{72F62F6C-C739-49DD-8672-8AEC33E2ECBD}" dt="2026-03-30T14:02:01.936" v="315" actId="14734"/>
        <pc:sldMkLst>
          <pc:docMk/>
          <pc:sldMk cId="2357245378" sldId="2147483330"/>
        </pc:sldMkLst>
        <pc:spChg chg="mod">
          <ac:chgData name="LILY XU" userId="52f0466bda2ee3ba" providerId="LiveId" clId="{72F62F6C-C739-49DD-8672-8AEC33E2ECBD}" dt="2026-03-30T13:28:52.220" v="149"/>
          <ac:spMkLst>
            <pc:docMk/>
            <pc:sldMk cId="2357245378" sldId="2147483330"/>
            <ac:spMk id="2" creationId="{EB9F4C58-1F69-D816-CB91-AF2CD1D372E2}"/>
          </ac:spMkLst>
        </pc:spChg>
        <pc:spChg chg="mod">
          <ac:chgData name="LILY XU" userId="52f0466bda2ee3ba" providerId="LiveId" clId="{72F62F6C-C739-49DD-8672-8AEC33E2ECBD}" dt="2026-03-30T13:40:16.550" v="278" actId="1076"/>
          <ac:spMkLst>
            <pc:docMk/>
            <pc:sldMk cId="2357245378" sldId="2147483330"/>
            <ac:spMk id="15" creationId="{0AF8B8B5-C5F8-02E2-B29F-99AEEBD227FC}"/>
          </ac:spMkLst>
        </pc:spChg>
        <pc:graphicFrameChg chg="mod modGraphic">
          <ac:chgData name="LILY XU" userId="52f0466bda2ee3ba" providerId="LiveId" clId="{72F62F6C-C739-49DD-8672-8AEC33E2ECBD}" dt="2026-03-30T14:02:01.936" v="315" actId="14734"/>
          <ac:graphicFrameMkLst>
            <pc:docMk/>
            <pc:sldMk cId="2357245378" sldId="2147483330"/>
            <ac:graphicFrameMk id="12" creationId="{907802BF-82F8-8C7F-034F-99D4794DDFBB}"/>
          </ac:graphicFrameMkLst>
        </pc:graphicFrameChg>
        <pc:picChg chg="add mod">
          <ac:chgData name="LILY XU" userId="52f0466bda2ee3ba" providerId="LiveId" clId="{72F62F6C-C739-49DD-8672-8AEC33E2ECBD}" dt="2026-03-30T13:39:18.177" v="275" actId="1076"/>
          <ac:picMkLst>
            <pc:docMk/>
            <pc:sldMk cId="2357245378" sldId="2147483330"/>
            <ac:picMk id="4" creationId="{CDFDC698-2D5A-972E-ACD6-AA4F015621A7}"/>
          </ac:picMkLst>
        </pc:picChg>
        <pc:picChg chg="mod">
          <ac:chgData name="LILY XU" userId="52f0466bda2ee3ba" providerId="LiveId" clId="{72F62F6C-C739-49DD-8672-8AEC33E2ECBD}" dt="2026-03-30T13:36:50.323" v="249" actId="1076"/>
          <ac:picMkLst>
            <pc:docMk/>
            <pc:sldMk cId="2357245378" sldId="2147483330"/>
            <ac:picMk id="9" creationId="{28096A86-07F2-1C81-DA83-95C5D7EB6305}"/>
          </ac:picMkLst>
        </pc:picChg>
        <pc:picChg chg="del">
          <ac:chgData name="LILY XU" userId="52f0466bda2ee3ba" providerId="LiveId" clId="{72F62F6C-C739-49DD-8672-8AEC33E2ECBD}" dt="2026-03-30T13:29:28.471" v="150" actId="478"/>
          <ac:picMkLst>
            <pc:docMk/>
            <pc:sldMk cId="2357245378" sldId="2147483330"/>
            <ac:picMk id="11" creationId="{B196C3AE-06A6-71DF-5985-35F527585B7C}"/>
          </ac:picMkLst>
        </pc:picChg>
      </pc:sldChg>
      <pc:sldChg chg="del">
        <pc:chgData name="LILY XU" userId="52f0466bda2ee3ba" providerId="LiveId" clId="{72F62F6C-C739-49DD-8672-8AEC33E2ECBD}" dt="2026-03-30T13:15:53.067" v="100" actId="47"/>
        <pc:sldMkLst>
          <pc:docMk/>
          <pc:sldMk cId="3667869762" sldId="2147483332"/>
        </pc:sldMkLst>
      </pc:sldChg>
      <pc:sldChg chg="delSp modSp mod">
        <pc:chgData name="LILY XU" userId="52f0466bda2ee3ba" providerId="LiveId" clId="{72F62F6C-C739-49DD-8672-8AEC33E2ECBD}" dt="2026-03-30T14:27:01.497" v="316"/>
        <pc:sldMkLst>
          <pc:docMk/>
          <pc:sldMk cId="1725615675" sldId="2147483333"/>
        </pc:sldMkLst>
        <pc:spChg chg="mod">
          <ac:chgData name="LILY XU" userId="52f0466bda2ee3ba" providerId="LiveId" clId="{72F62F6C-C739-49DD-8672-8AEC33E2ECBD}" dt="2026-03-30T13:02:42.858" v="49"/>
          <ac:spMkLst>
            <pc:docMk/>
            <pc:sldMk cId="1725615675" sldId="2147483333"/>
            <ac:spMk id="2" creationId="{888274F6-8FE3-367A-4A49-6683BBA08125}"/>
          </ac:spMkLst>
        </pc:spChg>
        <pc:spChg chg="mod">
          <ac:chgData name="LILY XU" userId="52f0466bda2ee3ba" providerId="LiveId" clId="{72F62F6C-C739-49DD-8672-8AEC33E2ECBD}" dt="2026-03-30T14:27:01.497" v="316"/>
          <ac:spMkLst>
            <pc:docMk/>
            <pc:sldMk cId="1725615675" sldId="2147483333"/>
            <ac:spMk id="7" creationId="{8AF59229-7DD8-F766-406C-121FA8A70DDF}"/>
          </ac:spMkLst>
        </pc:spChg>
        <pc:graphicFrameChg chg="mod modGraphic">
          <ac:chgData name="LILY XU" userId="52f0466bda2ee3ba" providerId="LiveId" clId="{72F62F6C-C739-49DD-8672-8AEC33E2ECBD}" dt="2026-03-30T13:10:53.467" v="98" actId="13926"/>
          <ac:graphicFrameMkLst>
            <pc:docMk/>
            <pc:sldMk cId="1725615675" sldId="2147483333"/>
            <ac:graphicFrameMk id="9" creationId="{FD3A5F17-D1BF-B51C-E804-193463B0C9E1}"/>
          </ac:graphicFrameMkLst>
        </pc:graphicFrameChg>
        <pc:picChg chg="del mod">
          <ac:chgData name="LILY XU" userId="52f0466bda2ee3ba" providerId="LiveId" clId="{72F62F6C-C739-49DD-8672-8AEC33E2ECBD}" dt="2026-03-30T13:01:29.456" v="48" actId="478"/>
          <ac:picMkLst>
            <pc:docMk/>
            <pc:sldMk cId="1725615675" sldId="2147483333"/>
            <ac:picMk id="4" creationId="{32912719-1DC7-2F37-8640-C2C0D71AEF37}"/>
          </ac:picMkLst>
        </pc:picChg>
      </pc:sldChg>
      <pc:sldChg chg="modSp add mod">
        <pc:chgData name="LILY XU" userId="52f0466bda2ee3ba" providerId="LiveId" clId="{72F62F6C-C739-49DD-8672-8AEC33E2ECBD}" dt="2026-03-30T14:27:05.549" v="317"/>
        <pc:sldMkLst>
          <pc:docMk/>
          <pc:sldMk cId="2917485926" sldId="2147483334"/>
        </pc:sldMkLst>
        <pc:spChg chg="mod">
          <ac:chgData name="LILY XU" userId="52f0466bda2ee3ba" providerId="LiveId" clId="{72F62F6C-C739-49DD-8672-8AEC33E2ECBD}" dt="2026-03-30T13:21:08.399" v="147" actId="20577"/>
          <ac:spMkLst>
            <pc:docMk/>
            <pc:sldMk cId="2917485926" sldId="2147483334"/>
            <ac:spMk id="2" creationId="{A84BCC1C-EB6C-E7B4-6F5E-6C747371731C}"/>
          </ac:spMkLst>
        </pc:spChg>
        <pc:spChg chg="mod">
          <ac:chgData name="LILY XU" userId="52f0466bda2ee3ba" providerId="LiveId" clId="{72F62F6C-C739-49DD-8672-8AEC33E2ECBD}" dt="2026-03-30T14:27:05.549" v="317"/>
          <ac:spMkLst>
            <pc:docMk/>
            <pc:sldMk cId="2917485926" sldId="2147483334"/>
            <ac:spMk id="7" creationId="{991345C4-FC12-D4AB-EB0E-28D47A12AF9F}"/>
          </ac:spMkLst>
        </pc:spChg>
        <pc:graphicFrameChg chg="mod modGraphic">
          <ac:chgData name="LILY XU" userId="52f0466bda2ee3ba" providerId="LiveId" clId="{72F62F6C-C739-49DD-8672-8AEC33E2ECBD}" dt="2026-03-30T13:21:13.475" v="148" actId="1076"/>
          <ac:graphicFrameMkLst>
            <pc:docMk/>
            <pc:sldMk cId="2917485926" sldId="2147483334"/>
            <ac:graphicFrameMk id="9" creationId="{A3A8FCA2-7FA2-F2B1-3CEB-10603CFF78CD}"/>
          </ac:graphicFrameMkLst>
        </pc:graphicFrameChg>
      </pc:sldChg>
    </pc:docChg>
  </pc:docChgLst>
  <pc:docChgLst>
    <pc:chgData name="Zhao,Omi (IT INF) BII-CN-S" userId="2fec8dbb-20b3-4183-b30b-a97e8e1bad57" providerId="ADAL" clId="{14F18CE4-237A-4F6A-9C4F-D51DDFE91025}"/>
    <pc:docChg chg="undo custSel addSld delSld modSld modSection">
      <pc:chgData name="Zhao,Omi (IT INF) BII-CN-S" userId="2fec8dbb-20b3-4183-b30b-a97e8e1bad57" providerId="ADAL" clId="{14F18CE4-237A-4F6A-9C4F-D51DDFE91025}" dt="2026-03-27T06:36:27.283" v="1424" actId="14100"/>
      <pc:docMkLst>
        <pc:docMk/>
      </pc:docMkLst>
      <pc:sldChg chg="addSp delSp modSp mod">
        <pc:chgData name="Zhao,Omi (IT INF) BII-CN-S" userId="2fec8dbb-20b3-4183-b30b-a97e8e1bad57" providerId="ADAL" clId="{14F18CE4-237A-4F6A-9C4F-D51DDFE91025}" dt="2026-03-27T06:31:43.930" v="1401" actId="20577"/>
        <pc:sldMkLst>
          <pc:docMk/>
          <pc:sldMk cId="3108095628" sldId="2147474468"/>
        </pc:sldMkLst>
        <pc:spChg chg="add mod">
          <ac:chgData name="Zhao,Omi (IT INF) BII-CN-S" userId="2fec8dbb-20b3-4183-b30b-a97e8e1bad57" providerId="ADAL" clId="{14F18CE4-237A-4F6A-9C4F-D51DDFE91025}" dt="2026-03-03T09:45:52.170" v="594" actId="1076"/>
          <ac:spMkLst>
            <pc:docMk/>
            <pc:sldMk cId="3108095628" sldId="2147474468"/>
            <ac:spMk id="20" creationId="{B7AAA327-BB77-8BC5-EB9D-9806B1BC0CE5}"/>
          </ac:spMkLst>
        </pc:spChg>
        <pc:graphicFrameChg chg="add mod modGraphic">
          <ac:chgData name="Zhao,Omi (IT INF) BII-CN-S" userId="2fec8dbb-20b3-4183-b30b-a97e8e1bad57" providerId="ADAL" clId="{14F18CE4-237A-4F6A-9C4F-D51DDFE91025}" dt="2026-03-27T06:31:43.930" v="1401" actId="20577"/>
          <ac:graphicFrameMkLst>
            <pc:docMk/>
            <pc:sldMk cId="3108095628" sldId="2147474468"/>
            <ac:graphicFrameMk id="15" creationId="{23A55A8F-DF2B-F18F-B27B-2F6A0BA73711}"/>
          </ac:graphicFrameMkLst>
        </pc:graphicFrameChg>
      </pc:sldChg>
      <pc:sldChg chg="modSp add mod">
        <pc:chgData name="Zhao,Omi (IT INF) BII-CN-S" userId="2fec8dbb-20b3-4183-b30b-a97e8e1bad57" providerId="ADAL" clId="{14F18CE4-237A-4F6A-9C4F-D51DDFE91025}" dt="2026-03-26T04:59:50.275" v="1019" actId="20577"/>
        <pc:sldMkLst>
          <pc:docMk/>
          <pc:sldMk cId="2170287777" sldId="2147483326"/>
        </pc:sldMkLst>
        <pc:spChg chg="mod">
          <ac:chgData name="Zhao,Omi (IT INF) BII-CN-S" userId="2fec8dbb-20b3-4183-b30b-a97e8e1bad57" providerId="ADAL" clId="{14F18CE4-237A-4F6A-9C4F-D51DDFE91025}" dt="2026-03-26T04:59:50.275" v="1019" actId="20577"/>
          <ac:spMkLst>
            <pc:docMk/>
            <pc:sldMk cId="2170287777" sldId="2147483326"/>
            <ac:spMk id="7" creationId="{B8AC66DA-14D2-549F-BED2-C9EF87C4601A}"/>
          </ac:spMkLst>
        </pc:spChg>
      </pc:sldChg>
      <pc:sldChg chg="addSp delSp modSp new mod">
        <pc:chgData name="Zhao,Omi (IT INF) BII-CN-S" userId="2fec8dbb-20b3-4183-b30b-a97e8e1bad57" providerId="ADAL" clId="{14F18CE4-237A-4F6A-9C4F-D51DDFE91025}" dt="2026-03-27T01:59:05.009" v="1190"/>
        <pc:sldMkLst>
          <pc:docMk/>
          <pc:sldMk cId="1279528765" sldId="2147483327"/>
        </pc:sldMkLst>
        <pc:spChg chg="mod">
          <ac:chgData name="Zhao,Omi (IT INF) BII-CN-S" userId="2fec8dbb-20b3-4183-b30b-a97e8e1bad57" providerId="ADAL" clId="{14F18CE4-237A-4F6A-9C4F-D51DDFE91025}" dt="2026-03-27T01:59:05.009" v="1190"/>
          <ac:spMkLst>
            <pc:docMk/>
            <pc:sldMk cId="1279528765" sldId="2147483327"/>
            <ac:spMk id="2" creationId="{C0476225-25CC-92FC-BF1F-865801199EAE}"/>
          </ac:spMkLst>
        </pc:spChg>
        <pc:spChg chg="mod">
          <ac:chgData name="Zhao,Omi (IT INF) BII-CN-S" userId="2fec8dbb-20b3-4183-b30b-a97e8e1bad57" providerId="ADAL" clId="{14F18CE4-237A-4F6A-9C4F-D51DDFE91025}" dt="2026-03-27T01:57:44.724" v="1185" actId="20577"/>
          <ac:spMkLst>
            <pc:docMk/>
            <pc:sldMk cId="1279528765" sldId="2147483327"/>
            <ac:spMk id="3" creationId="{D27B7B38-633F-34B1-B275-2290F4668FD6}"/>
          </ac:spMkLst>
        </pc:spChg>
        <pc:picChg chg="add mod">
          <ac:chgData name="Zhao,Omi (IT INF) BII-CN-S" userId="2fec8dbb-20b3-4183-b30b-a97e8e1bad57" providerId="ADAL" clId="{14F18CE4-237A-4F6A-9C4F-D51DDFE91025}" dt="2026-03-26T04:19:15.908" v="835" actId="1076"/>
          <ac:picMkLst>
            <pc:docMk/>
            <pc:sldMk cId="1279528765" sldId="2147483327"/>
            <ac:picMk id="14" creationId="{EE6FDDB4-B3E3-A465-4639-59E3F5703428}"/>
          </ac:picMkLst>
        </pc:picChg>
        <pc:picChg chg="add mod">
          <ac:chgData name="Zhao,Omi (IT INF) BII-CN-S" userId="2fec8dbb-20b3-4183-b30b-a97e8e1bad57" providerId="ADAL" clId="{14F18CE4-237A-4F6A-9C4F-D51DDFE91025}" dt="2026-03-26T04:19:13.647" v="834" actId="1076"/>
          <ac:picMkLst>
            <pc:docMk/>
            <pc:sldMk cId="1279528765" sldId="2147483327"/>
            <ac:picMk id="16" creationId="{1FF2B3F9-5ED7-5EEC-ECB0-9CF6D0CDC07C}"/>
          </ac:picMkLst>
        </pc:picChg>
      </pc:sldChg>
      <pc:sldChg chg="addSp delSp modSp add mod">
        <pc:chgData name="Zhao,Omi (IT INF) BII-CN-S" userId="2fec8dbb-20b3-4183-b30b-a97e8e1bad57" providerId="ADAL" clId="{14F18CE4-237A-4F6A-9C4F-D51DDFE91025}" dt="2026-03-26T04:47:05.106" v="973" actId="20577"/>
        <pc:sldMkLst>
          <pc:docMk/>
          <pc:sldMk cId="3299302077" sldId="2147483328"/>
        </pc:sldMkLst>
        <pc:spChg chg="mod">
          <ac:chgData name="Zhao,Omi (IT INF) BII-CN-S" userId="2fec8dbb-20b3-4183-b30b-a97e8e1bad57" providerId="ADAL" clId="{14F18CE4-237A-4F6A-9C4F-D51DDFE91025}" dt="2026-03-26T04:24:13.001" v="841"/>
          <ac:spMkLst>
            <pc:docMk/>
            <pc:sldMk cId="3299302077" sldId="2147483328"/>
            <ac:spMk id="2" creationId="{C1AC5074-744A-F55E-D841-22B0C03B0300}"/>
          </ac:spMkLst>
        </pc:spChg>
        <pc:spChg chg="mod">
          <ac:chgData name="Zhao,Omi (IT INF) BII-CN-S" userId="2fec8dbb-20b3-4183-b30b-a97e8e1bad57" providerId="ADAL" clId="{14F18CE4-237A-4F6A-9C4F-D51DDFE91025}" dt="2026-03-26T04:47:05.106" v="973" actId="20577"/>
          <ac:spMkLst>
            <pc:docMk/>
            <pc:sldMk cId="3299302077" sldId="2147483328"/>
            <ac:spMk id="3" creationId="{B8236F7C-14F8-A92C-DA62-F6130F27B41F}"/>
          </ac:spMkLst>
        </pc:spChg>
        <pc:picChg chg="add mod">
          <ac:chgData name="Zhao,Omi (IT INF) BII-CN-S" userId="2fec8dbb-20b3-4183-b30b-a97e8e1bad57" providerId="ADAL" clId="{14F18CE4-237A-4F6A-9C4F-D51DDFE91025}" dt="2026-03-26T04:41:09.203" v="901" actId="14100"/>
          <ac:picMkLst>
            <pc:docMk/>
            <pc:sldMk cId="3299302077" sldId="2147483328"/>
            <ac:picMk id="7" creationId="{673622EF-3679-D898-07F3-09357215EDF1}"/>
          </ac:picMkLst>
        </pc:picChg>
        <pc:picChg chg="add mod">
          <ac:chgData name="Zhao,Omi (IT INF) BII-CN-S" userId="2fec8dbb-20b3-4183-b30b-a97e8e1bad57" providerId="ADAL" clId="{14F18CE4-237A-4F6A-9C4F-D51DDFE91025}" dt="2026-03-26T04:40:50.928" v="895" actId="1076"/>
          <ac:picMkLst>
            <pc:docMk/>
            <pc:sldMk cId="3299302077" sldId="2147483328"/>
            <ac:picMk id="9" creationId="{7E1E3AF3-375B-BA39-6A34-81BCA231D93F}"/>
          </ac:picMkLst>
        </pc:picChg>
        <pc:picChg chg="add mod">
          <ac:chgData name="Zhao,Omi (IT INF) BII-CN-S" userId="2fec8dbb-20b3-4183-b30b-a97e8e1bad57" providerId="ADAL" clId="{14F18CE4-237A-4F6A-9C4F-D51DDFE91025}" dt="2026-03-26T04:41:03.059" v="900" actId="1076"/>
          <ac:picMkLst>
            <pc:docMk/>
            <pc:sldMk cId="3299302077" sldId="2147483328"/>
            <ac:picMk id="11" creationId="{AF204910-3643-27E9-01CA-2D1E2DC40D03}"/>
          </ac:picMkLst>
        </pc:picChg>
      </pc:sldChg>
      <pc:sldChg chg="addSp delSp modSp add mod">
        <pc:chgData name="Zhao,Omi (IT INF) BII-CN-S" userId="2fec8dbb-20b3-4183-b30b-a97e8e1bad57" providerId="ADAL" clId="{14F18CE4-237A-4F6A-9C4F-D51DDFE91025}" dt="2026-03-26T04:54:15.817" v="1000" actId="1076"/>
        <pc:sldMkLst>
          <pc:docMk/>
          <pc:sldMk cId="1500037238" sldId="2147483329"/>
        </pc:sldMkLst>
        <pc:spChg chg="mod">
          <ac:chgData name="Zhao,Omi (IT INF) BII-CN-S" userId="2fec8dbb-20b3-4183-b30b-a97e8e1bad57" providerId="ADAL" clId="{14F18CE4-237A-4F6A-9C4F-D51DDFE91025}" dt="2026-03-26T04:42:47.952" v="910"/>
          <ac:spMkLst>
            <pc:docMk/>
            <pc:sldMk cId="1500037238" sldId="2147483329"/>
            <ac:spMk id="2" creationId="{31F2E581-5FF8-33E3-7A80-A8EBEE5B3824}"/>
          </ac:spMkLst>
        </pc:spChg>
        <pc:spChg chg="mod">
          <ac:chgData name="Zhao,Omi (IT INF) BII-CN-S" userId="2fec8dbb-20b3-4183-b30b-a97e8e1bad57" providerId="ADAL" clId="{14F18CE4-237A-4F6A-9C4F-D51DDFE91025}" dt="2026-03-26T04:48:05.023" v="985" actId="20577"/>
          <ac:spMkLst>
            <pc:docMk/>
            <pc:sldMk cId="1500037238" sldId="2147483329"/>
            <ac:spMk id="3" creationId="{EB1AF94B-E25E-934E-1752-E21BD85750E2}"/>
          </ac:spMkLst>
        </pc:spChg>
        <pc:picChg chg="add mod">
          <ac:chgData name="Zhao,Omi (IT INF) BII-CN-S" userId="2fec8dbb-20b3-4183-b30b-a97e8e1bad57" providerId="ADAL" clId="{14F18CE4-237A-4F6A-9C4F-D51DDFE91025}" dt="2026-03-26T04:54:10.360" v="997" actId="1076"/>
          <ac:picMkLst>
            <pc:docMk/>
            <pc:sldMk cId="1500037238" sldId="2147483329"/>
            <ac:picMk id="8" creationId="{F6B790BE-BD6E-E137-3970-97701CDEBB81}"/>
          </ac:picMkLst>
        </pc:picChg>
        <pc:picChg chg="add mod">
          <ac:chgData name="Zhao,Omi (IT INF) BII-CN-S" userId="2fec8dbb-20b3-4183-b30b-a97e8e1bad57" providerId="ADAL" clId="{14F18CE4-237A-4F6A-9C4F-D51DDFE91025}" dt="2026-03-26T04:54:15.817" v="1000" actId="1076"/>
          <ac:picMkLst>
            <pc:docMk/>
            <pc:sldMk cId="1500037238" sldId="2147483329"/>
            <ac:picMk id="12" creationId="{67A7AA05-BECE-2DA1-1CE0-C36DBA9D8D73}"/>
          </ac:picMkLst>
        </pc:picChg>
      </pc:sldChg>
      <pc:sldChg chg="modSp mod">
        <pc:chgData name="Zhao,Omi (IT INF) BII-CN-S" userId="2fec8dbb-20b3-4183-b30b-a97e8e1bad57" providerId="ADAL" clId="{14F18CE4-237A-4F6A-9C4F-D51DDFE91025}" dt="2026-03-27T06:22:17.842" v="1398" actId="1076"/>
        <pc:sldMkLst>
          <pc:docMk/>
          <pc:sldMk cId="2357245378" sldId="2147483330"/>
        </pc:sldMkLst>
        <pc:spChg chg="mod">
          <ac:chgData name="Zhao,Omi (IT INF) BII-CN-S" userId="2fec8dbb-20b3-4183-b30b-a97e8e1bad57" providerId="ADAL" clId="{14F18CE4-237A-4F6A-9C4F-D51DDFE91025}" dt="2026-03-27T01:56:09.488" v="1181" actId="20577"/>
          <ac:spMkLst>
            <pc:docMk/>
            <pc:sldMk cId="2357245378" sldId="2147483330"/>
            <ac:spMk id="15" creationId="{0AF8B8B5-C5F8-02E2-B29F-99AEEBD227FC}"/>
          </ac:spMkLst>
        </pc:spChg>
        <pc:graphicFrameChg chg="mod modGraphic">
          <ac:chgData name="Zhao,Omi (IT INF) BII-CN-S" userId="2fec8dbb-20b3-4183-b30b-a97e8e1bad57" providerId="ADAL" clId="{14F18CE4-237A-4F6A-9C4F-D51DDFE91025}" dt="2026-03-27T01:55:36.942" v="1146"/>
          <ac:graphicFrameMkLst>
            <pc:docMk/>
            <pc:sldMk cId="2357245378" sldId="2147483330"/>
            <ac:graphicFrameMk id="12" creationId="{907802BF-82F8-8C7F-034F-99D4794DDFBB}"/>
          </ac:graphicFrameMkLst>
        </pc:graphicFrameChg>
      </pc:sldChg>
      <pc:sldChg chg="modSp mod">
        <pc:chgData name="Zhao,Omi (IT INF) BII-CN-S" userId="2fec8dbb-20b3-4183-b30b-a97e8e1bad57" providerId="ADAL" clId="{14F18CE4-237A-4F6A-9C4F-D51DDFE91025}" dt="2026-03-27T06:36:27.283" v="1424" actId="14100"/>
        <pc:sldMkLst>
          <pc:docMk/>
          <pc:sldMk cId="929683456" sldId="2147483331"/>
        </pc:sldMkLst>
        <pc:spChg chg="mod">
          <ac:chgData name="Zhao,Omi (IT INF) BII-CN-S" userId="2fec8dbb-20b3-4183-b30b-a97e8e1bad57" providerId="ADAL" clId="{14F18CE4-237A-4F6A-9C4F-D51DDFE91025}" dt="2026-03-27T06:34:48.672" v="1402" actId="20577"/>
          <ac:spMkLst>
            <pc:docMk/>
            <pc:sldMk cId="929683456" sldId="2147483331"/>
            <ac:spMk id="44" creationId="{F7AE80FC-DB7F-F9CA-A88B-163E1B51507C}"/>
          </ac:spMkLst>
        </pc:spChg>
        <pc:spChg chg="mod">
          <ac:chgData name="Zhao,Omi (IT INF) BII-CN-S" userId="2fec8dbb-20b3-4183-b30b-a97e8e1bad57" providerId="ADAL" clId="{14F18CE4-237A-4F6A-9C4F-D51DDFE91025}" dt="2026-03-27T06:36:27.283" v="1424" actId="14100"/>
          <ac:spMkLst>
            <pc:docMk/>
            <pc:sldMk cId="929683456" sldId="2147483331"/>
            <ac:spMk id="84" creationId="{94C0FC86-62C3-03DF-F1D5-8031A8F87502}"/>
          </ac:spMkLst>
        </pc:spChg>
      </pc:sldChg>
      <pc:sldChg chg="addSp modSp add mod">
        <pc:chgData name="Zhao,Omi (IT INF) BII-CN-S" userId="2fec8dbb-20b3-4183-b30b-a97e8e1bad57" providerId="ADAL" clId="{14F18CE4-237A-4F6A-9C4F-D51DDFE91025}" dt="2026-03-27T06:19:37.670" v="1397" actId="1076"/>
        <pc:sldMkLst>
          <pc:docMk/>
          <pc:sldMk cId="1725615675" sldId="2147483333"/>
        </pc:sldMkLst>
        <pc:spChg chg="mod">
          <ac:chgData name="Zhao,Omi (IT INF) BII-CN-S" userId="2fec8dbb-20b3-4183-b30b-a97e8e1bad57" providerId="ADAL" clId="{14F18CE4-237A-4F6A-9C4F-D51DDFE91025}" dt="2026-03-27T06:18:11.973" v="1393" actId="20577"/>
          <ac:spMkLst>
            <pc:docMk/>
            <pc:sldMk cId="1725615675" sldId="2147483333"/>
            <ac:spMk id="2" creationId="{888274F6-8FE3-367A-4A49-6683BBA08125}"/>
          </ac:spMkLst>
        </pc:spChg>
        <pc:graphicFrameChg chg="mod modGraphic">
          <ac:chgData name="Zhao,Omi (IT INF) BII-CN-S" userId="2fec8dbb-20b3-4183-b30b-a97e8e1bad57" providerId="ADAL" clId="{14F18CE4-237A-4F6A-9C4F-D51DDFE91025}" dt="2026-03-27T06:18:17.724" v="1394" actId="2164"/>
          <ac:graphicFrameMkLst>
            <pc:docMk/>
            <pc:sldMk cId="1725615675" sldId="2147483333"/>
            <ac:graphicFrameMk id="9" creationId="{FD3A5F17-D1BF-B51C-E804-193463B0C9E1}"/>
          </ac:graphicFrameMkLst>
        </pc:graphicFrameChg>
      </pc:sldChg>
    </pc:docChg>
  </pc:docChgLst>
</pc:chgInfo>
</file>

<file path=ppt/comments/modernComment_7FFFFEC0_C4A75ABD.xml><?xml version="1.0" encoding="utf-8"?>
<p188:cmLst xmlns:a="http://schemas.openxmlformats.org/drawingml/2006/main" xmlns:r="http://schemas.openxmlformats.org/officeDocument/2006/relationships" xmlns:p188="http://schemas.microsoft.com/office/powerpoint/2018/8/main">
  <p188:cm id="{89BC5457-844D-453D-B931-67995D418D02}" authorId="{C01538C6-9A4D-6E97-6C2B-239092DB5C40}" created="2026-03-27T06:42:11">
    <pc:sldMkLst xmlns:pc="http://schemas.microsoft.com/office/powerpoint/2013/main/command">
      <pc:docMk/>
      <pc:sldMk cId="3299302077" sldId="2147483328"/>
    </pc:sldMkLst>
    <p188:replyLst>
      <p188:reply id="{890F5F2A-BB49-489B-B3D8-738D8F84D1B1}" authorId="{C01538C6-9A4D-6E97-6C2B-239092DB5C40}" created="2026-03-27T06:43:27.231">
        <p188:txBody>
          <a:bodyPr/>
          <a:lstStyle/>
          <a:p>
            <a:r>
              <a:rPr lang="zh-CN" altLang="en-US"/>
              <a:t>加一些XHS,DY，Wechat的宣传力度对比</a:t>
            </a:r>
          </a:p>
        </p188:txBody>
      </p188:reply>
      <p188:reply id="{06B08D5D-871F-4B90-8028-616337D77EB9}" authorId="{C01538C6-9A4D-6E97-6C2B-239092DB5C40}" created="2026-03-27T06:45:17.560">
        <p188:txBody>
          <a:bodyPr/>
          <a:lstStyle/>
          <a:p>
            <a:r>
              <a:rPr lang="zh-CN" altLang="en-US"/>
              <a:t>千问，豆包，deepseek，小红书 数据分析
</a:t>
            </a:r>
          </a:p>
        </p188:txBody>
      </p188:reply>
      <p188:reply id="{BF18D581-539E-45D9-9932-F2A8D9E85B56}" authorId="{C01538C6-9A4D-6E97-6C2B-239092DB5C40}" created="2026-03-27T06:45:53.198">
        <p188:txBody>
          <a:bodyPr/>
          <a:lstStyle/>
          <a:p>
            <a:r>
              <a:rPr lang="zh-CN" altLang="en-US"/>
              <a:t>别人怎么做的？？？</a:t>
            </a:r>
          </a:p>
        </p188:txBody>
      </p188:reply>
    </p188:replyLst>
    <p188:txBody>
      <a:bodyPr/>
      <a:lstStyle/>
      <a:p>
        <a:r>
          <a:rPr lang="zh-CN" altLang="en-US"/>
          <a:t>Social Media Brand Engagement Volume-MEIHUI</a:t>
        </a:r>
      </a:p>
    </p188:txBody>
  </p188:cm>
</p188:cmLst>
</file>

<file path=ppt/comments/modernComment_7FFFFEC2_8C80B5C2.xml><?xml version="1.0" encoding="utf-8"?>
<p188:cmLst xmlns:a="http://schemas.openxmlformats.org/drawingml/2006/main" xmlns:r="http://schemas.openxmlformats.org/officeDocument/2006/relationships" xmlns:p188="http://schemas.microsoft.com/office/powerpoint/2018/8/main">
  <p188:cm id="{074A6564-69E9-40D1-BC6F-813A87867F3C}" authorId="{C01538C6-9A4D-6E97-6C2B-239092DB5C40}" created="2026-03-27T06:37:09.716">
    <pc:sldMkLst xmlns:pc="http://schemas.microsoft.com/office/powerpoint/2013/main/command">
      <pc:docMk/>
      <pc:sldMk cId="2357245378" sldId="2147483330"/>
    </pc:sldMkLst>
    <p188:replyLst>
      <p188:reply id="{439027B9-77AB-483F-8191-198ADC52C05F}" authorId="{C01538C6-9A4D-6E97-6C2B-239092DB5C40}" created="2026-03-27T06:37:30.353">
        <p188:txBody>
          <a:bodyPr/>
          <a:lstStyle/>
          <a:p>
            <a:r>
              <a:rPr lang="zh-CN" altLang="en-US"/>
              <a:t>这一页以这个方向为主，要改一下</a:t>
            </a:r>
          </a:p>
        </p188:txBody>
      </p188:reply>
      <p188:reply id="{990F9DE9-B9C9-46B3-8B57-45260A1CFF5E}" authorId="{C01538C6-9A4D-6E97-6C2B-239092DB5C40}" created="2026-03-27T06:38:54.675">
        <p188:txBody>
          <a:bodyPr/>
          <a:lstStyle/>
          <a:p>
            <a:r>
              <a:rPr lang="zh-CN" altLang="en-US"/>
              <a:t>增加用户粘性</a:t>
            </a:r>
          </a:p>
        </p188:txBody>
      </p188:reply>
    </p188:replyLst>
    <p188:txBody>
      <a:bodyPr/>
      <a:lstStyle/>
      <a:p>
        <a:r>
          <a:rPr lang="zh-CN" altLang="en-US"/>
          <a:t>宠物主伴侣，电子档案， 方案+截图</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9C27-4DDC-30A1-6C64-22F5ADADB3C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E54862-6779-18CD-A82F-AABEFD9ABA81}"/>
              </a:ext>
            </a:extLst>
          </p:cNvPr>
          <p:cNvSpPr>
            <a:spLocks noGrp="1" noRot="1" noChangeAspect="1"/>
          </p:cNvSpPr>
          <p:nvPr>
            <p:ph type="sldImg"/>
          </p:nvPr>
        </p:nvSpPr>
        <p:spPr>
          <a:xfrm>
            <a:off x="476250" y="611188"/>
            <a:ext cx="5903913" cy="3321050"/>
          </a:xfrm>
        </p:spPr>
      </p:sp>
      <p:sp>
        <p:nvSpPr>
          <p:cNvPr id="3" name="Notizenplatzhalter 2">
            <a:extLst>
              <a:ext uri="{FF2B5EF4-FFF2-40B4-BE49-F238E27FC236}">
                <a16:creationId xmlns:a16="http://schemas.microsoft.com/office/drawing/2014/main" id="{C4F5C441-EB90-011B-AD5F-FD559AAB05AB}"/>
              </a:ext>
            </a:extLst>
          </p:cNvPr>
          <p:cNvSpPr>
            <a:spLocks noGrp="1"/>
          </p:cNvSpPr>
          <p:nvPr>
            <p:ph type="body" idx="1"/>
          </p:nvPr>
        </p:nvSpPr>
        <p:spPr/>
        <p:txBody>
          <a:bodyPr/>
          <a:lstStyle/>
          <a:p>
            <a:endParaRPr lang="de-DE"/>
          </a:p>
        </p:txBody>
      </p:sp>
      <p:sp>
        <p:nvSpPr>
          <p:cNvPr id="4" name="Fußzeilenplatzhalter 3">
            <a:extLst>
              <a:ext uri="{FF2B5EF4-FFF2-40B4-BE49-F238E27FC236}">
                <a16:creationId xmlns:a16="http://schemas.microsoft.com/office/drawing/2014/main" id="{AB892CA8-D90B-65E9-41D4-829846A495CF}"/>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a:extLst>
              <a:ext uri="{FF2B5EF4-FFF2-40B4-BE49-F238E27FC236}">
                <a16:creationId xmlns:a16="http://schemas.microsoft.com/office/drawing/2014/main" id="{2FD2250F-90F4-7D6F-53DC-07AD4ED8AB91}"/>
              </a:ext>
            </a:extLst>
          </p:cNvPr>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436791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2A59-9B18-AB8E-F03B-C53F6BEC2F1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084A28F-2B34-13F4-402B-B6318D0BDCFC}"/>
              </a:ext>
            </a:extLst>
          </p:cNvPr>
          <p:cNvSpPr>
            <a:spLocks noGrp="1" noRot="1" noChangeAspect="1"/>
          </p:cNvSpPr>
          <p:nvPr>
            <p:ph type="sldImg"/>
          </p:nvPr>
        </p:nvSpPr>
        <p:spPr>
          <a:xfrm>
            <a:off x="476250" y="611188"/>
            <a:ext cx="5903913" cy="3321050"/>
          </a:xfrm>
        </p:spPr>
      </p:sp>
      <p:sp>
        <p:nvSpPr>
          <p:cNvPr id="3" name="Notizenplatzhalter 2">
            <a:extLst>
              <a:ext uri="{FF2B5EF4-FFF2-40B4-BE49-F238E27FC236}">
                <a16:creationId xmlns:a16="http://schemas.microsoft.com/office/drawing/2014/main" id="{9B2095CF-6087-1341-AB41-5EBCFE8D5620}"/>
              </a:ext>
            </a:extLst>
          </p:cNvPr>
          <p:cNvSpPr>
            <a:spLocks noGrp="1"/>
          </p:cNvSpPr>
          <p:nvPr>
            <p:ph type="body" idx="1"/>
          </p:nvPr>
        </p:nvSpPr>
        <p:spPr/>
        <p:txBody>
          <a:bodyPr/>
          <a:lstStyle/>
          <a:p>
            <a:r>
              <a:rPr lang="zh-CN" altLang="en-US"/>
              <a:t>每个</a:t>
            </a:r>
            <a:r>
              <a:rPr lang="en-US" altLang="zh-CN"/>
              <a:t>pillar</a:t>
            </a:r>
            <a:r>
              <a:rPr lang="zh-CN" altLang="en-US"/>
              <a:t>组织月会（</a:t>
            </a:r>
            <a:r>
              <a:rPr lang="en-US" altLang="zh-CN"/>
              <a:t>output, future plan etc.</a:t>
            </a:r>
            <a:r>
              <a:rPr lang="zh-CN" altLang="en-US"/>
              <a:t>）</a:t>
            </a:r>
            <a:endParaRPr lang="en-US" altLang="zh-CN"/>
          </a:p>
          <a:p>
            <a:r>
              <a:rPr lang="en-US" altLang="zh-CN" err="1"/>
              <a:t>Leapforward</a:t>
            </a:r>
            <a:r>
              <a:rPr lang="zh-CN" altLang="en-US"/>
              <a:t>快速更新</a:t>
            </a:r>
            <a:endParaRPr lang="en-US" altLang="zh-CN"/>
          </a:p>
          <a:p>
            <a:r>
              <a:rPr lang="en-US" altLang="zh-CN" b="1"/>
              <a:t>Communication: monthly – quarterly (Global IT, Business LT)</a:t>
            </a:r>
          </a:p>
          <a:p>
            <a:endParaRPr lang="en-US" altLang="zh-CN" b="1"/>
          </a:p>
          <a:p>
            <a:endParaRPr lang="de-DE"/>
          </a:p>
        </p:txBody>
      </p:sp>
      <p:sp>
        <p:nvSpPr>
          <p:cNvPr id="4" name="Fußzeilenplatzhalter 3">
            <a:extLst>
              <a:ext uri="{FF2B5EF4-FFF2-40B4-BE49-F238E27FC236}">
                <a16:creationId xmlns:a16="http://schemas.microsoft.com/office/drawing/2014/main" id="{45F86855-35CC-1760-D531-A53D85782AD2}"/>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a:extLst>
              <a:ext uri="{FF2B5EF4-FFF2-40B4-BE49-F238E27FC236}">
                <a16:creationId xmlns:a16="http://schemas.microsoft.com/office/drawing/2014/main" id="{6F1AC79A-BDA5-5357-72BA-B39FE2C95810}"/>
              </a:ext>
            </a:extLst>
          </p:cNvPr>
          <p:cNvSpPr>
            <a:spLocks noGrp="1"/>
          </p:cNvSpPr>
          <p:nvPr>
            <p:ph type="sldNum" sz="quarter" idx="5"/>
          </p:nvPr>
        </p:nvSpPr>
        <p:spPr/>
        <p:txBody>
          <a:bodyPr/>
          <a:lstStyle/>
          <a:p>
            <a:fld id="{D388EF01-4040-4B6C-80FD-9D313BD6F632}" type="slidenum">
              <a:rPr lang="en-US" sz="800" smtClean="0">
                <a:solidFill>
                  <a:schemeClr val="bg2"/>
                </a:solidFill>
              </a:rPr>
              <a:pPr/>
              <a:t>4</a:t>
            </a:fld>
            <a:endParaRPr lang="en-US" sz="800">
              <a:solidFill>
                <a:schemeClr val="bg2"/>
              </a:solidFill>
            </a:endParaRPr>
          </a:p>
        </p:txBody>
      </p:sp>
    </p:spTree>
    <p:extLst>
      <p:ext uri="{BB962C8B-B14F-4D97-AF65-F5344CB8AC3E}">
        <p14:creationId xmlns:p14="http://schemas.microsoft.com/office/powerpoint/2010/main" val="2488018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Tree>
    <p:extLst>
      <p:ext uri="{BB962C8B-B14F-4D97-AF65-F5344CB8AC3E}">
        <p14:creationId xmlns:p14="http://schemas.microsoft.com/office/powerpoint/2010/main" val="9992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How-to slides     |     ONLY FOR INTERNAL USE</a:t>
            </a:r>
          </a:p>
        </p:txBody>
      </p:sp>
    </p:spTree>
    <p:extLst>
      <p:ext uri="{BB962C8B-B14F-4D97-AF65-F5344CB8AC3E}">
        <p14:creationId xmlns:p14="http://schemas.microsoft.com/office/powerpoint/2010/main" val="315096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How-to slides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How-to slides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24000" y="0"/>
            <a:ext cx="4068000" cy="6930008"/>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How-to slides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0" name="Group 9">
            <a:extLst>
              <a:ext uri="{FF2B5EF4-FFF2-40B4-BE49-F238E27FC236}">
                <a16:creationId xmlns:a16="http://schemas.microsoft.com/office/drawing/2014/main" id="{B56222E0-0A73-2743-B4D6-9283A2BB393B}"/>
              </a:ext>
            </a:extLst>
          </p:cNvPr>
          <p:cNvGrpSpPr/>
          <p:nvPr userDrawn="1"/>
        </p:nvGrpSpPr>
        <p:grpSpPr>
          <a:xfrm>
            <a:off x="-1896888" y="-1"/>
            <a:ext cx="1715078" cy="3968906"/>
            <a:chOff x="-1896888" y="-1"/>
            <a:chExt cx="1715078" cy="3968906"/>
          </a:xfrm>
        </p:grpSpPr>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9" name="Picture 8">
              <a:extLst>
                <a:ext uri="{FF2B5EF4-FFF2-40B4-BE49-F238E27FC236}">
                  <a16:creationId xmlns:a16="http://schemas.microsoft.com/office/drawing/2014/main" id="{889CAD7F-C4C7-73FA-F147-27C12E28DF57}"/>
                </a:ext>
              </a:extLst>
            </p:cNvPr>
            <p:cNvPicPr>
              <a:picLocks noChangeAspect="1"/>
            </p:cNvPicPr>
            <p:nvPr userDrawn="1"/>
          </p:nvPicPr>
          <p:blipFill>
            <a:blip r:embed="rId4"/>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How-to slides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How-to slides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How-to slides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How-to slides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How-to slides     |     ONLY FOR INTERNAL USE</a:t>
            </a:r>
          </a:p>
        </p:txBody>
      </p:sp>
      <p:grpSp>
        <p:nvGrpSpPr>
          <p:cNvPr id="10" name="Group 9">
            <a:extLst>
              <a:ext uri="{FF2B5EF4-FFF2-40B4-BE49-F238E27FC236}">
                <a16:creationId xmlns:a16="http://schemas.microsoft.com/office/drawing/2014/main" id="{B78CD016-4687-598D-8C8E-1BFD64D10F39}"/>
              </a:ext>
            </a:extLst>
          </p:cNvPr>
          <p:cNvGrpSpPr/>
          <p:nvPr userDrawn="1"/>
        </p:nvGrpSpPr>
        <p:grpSpPr>
          <a:xfrm>
            <a:off x="-1896888" y="-1"/>
            <a:ext cx="1715078" cy="3968906"/>
            <a:chOff x="-1896888" y="-1"/>
            <a:chExt cx="1715078" cy="3968906"/>
          </a:xfrm>
        </p:grpSpPr>
        <p:grpSp>
          <p:nvGrpSpPr>
            <p:cNvPr id="11" name="Group 10">
              <a:extLst>
                <a:ext uri="{FF2B5EF4-FFF2-40B4-BE49-F238E27FC236}">
                  <a16:creationId xmlns:a16="http://schemas.microsoft.com/office/drawing/2014/main" id="{BCDD8833-C4BF-CFBD-A7C3-72ECBDC5955D}"/>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4" name="TextBox 13">
                <a:extLst>
                  <a:ext uri="{FF2B5EF4-FFF2-40B4-BE49-F238E27FC236}">
                    <a16:creationId xmlns:a16="http://schemas.microsoft.com/office/drawing/2014/main" id="{F0685764-AEDE-620D-FBEE-C95D08CA746F}"/>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5" name="TextBox 14">
                <a:extLst>
                  <a:ext uri="{FF2B5EF4-FFF2-40B4-BE49-F238E27FC236}">
                    <a16:creationId xmlns:a16="http://schemas.microsoft.com/office/drawing/2014/main" id="{A7395E8C-2AC2-7DED-FCFA-41FE76D01DF5}"/>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3" name="Picture 12">
              <a:extLst>
                <a:ext uri="{FF2B5EF4-FFF2-40B4-BE49-F238E27FC236}">
                  <a16:creationId xmlns:a16="http://schemas.microsoft.com/office/drawing/2014/main" id="{D993BA57-9841-0733-8744-B108ED4862BA}"/>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How-to slides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How-to slides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34" name="Rechteck 33">
            <a:extLst>
              <a:ext uri="{FF2B5EF4-FFF2-40B4-BE49-F238E27FC236}">
                <a16:creationId xmlns:a16="http://schemas.microsoft.com/office/drawing/2014/main" id="{84215E1E-700C-C89C-752F-44395B135461}"/>
              </a:ext>
              <a:ext uri="{C183D7F6-B498-43B3-948B-1728B52AA6E4}">
                <adec:decorative xmlns:adec="http://schemas.microsoft.com/office/drawing/2017/decorative" val="1"/>
              </a:ext>
            </a:extLst>
          </p:cNvPr>
          <p:cNvSpPr/>
          <p:nvPr userDrawn="1"/>
        </p:nvSpPr>
        <p:spPr bwMode="gray">
          <a:xfrm>
            <a:off x="-2" y="0"/>
            <a:ext cx="4060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35" name="Inhaltsplatzhalter 2">
            <a:extLst>
              <a:ext uri="{FF2B5EF4-FFF2-40B4-BE49-F238E27FC236}">
                <a16:creationId xmlns:a16="http://schemas.microsoft.com/office/drawing/2014/main" id="{4A542F52-D035-BA1E-2A34-D854AAA7222A}"/>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6" name="Fußzeilenplatzhalter 6">
            <a:extLst>
              <a:ext uri="{FF2B5EF4-FFF2-40B4-BE49-F238E27FC236}">
                <a16:creationId xmlns:a16="http://schemas.microsoft.com/office/drawing/2014/main" id="{B332508C-5411-F500-6F31-C5C0ED445C95}"/>
              </a:ext>
            </a:extLst>
          </p:cNvPr>
          <p:cNvSpPr>
            <a:spLocks noGrp="1"/>
          </p:cNvSpPr>
          <p:nvPr>
            <p:ph type="ftr" sz="quarter" idx="21"/>
          </p:nvPr>
        </p:nvSpPr>
        <p:spPr bwMode="gray">
          <a:xfrm>
            <a:off x="6312024" y="6246836"/>
            <a:ext cx="5040560" cy="288000"/>
          </a:xfrm>
        </p:spPr>
        <p:txBody>
          <a:bodyPr/>
          <a:lstStyle/>
          <a:p>
            <a:r>
              <a:rPr lang="en-US"/>
              <a:t>How-to slides     |     ONLY FOR INTERNAL USE</a:t>
            </a:r>
          </a:p>
        </p:txBody>
      </p:sp>
      <p:sp>
        <p:nvSpPr>
          <p:cNvPr id="37" name="Foliennummernplatzhalter 7">
            <a:extLst>
              <a:ext uri="{FF2B5EF4-FFF2-40B4-BE49-F238E27FC236}">
                <a16:creationId xmlns:a16="http://schemas.microsoft.com/office/drawing/2014/main" id="{B5F613A2-11A8-7FDC-526C-1BB38FF0DE97}"/>
              </a:ext>
            </a:extLst>
          </p:cNvPr>
          <p:cNvSpPr>
            <a:spLocks noGrp="1"/>
          </p:cNvSpPr>
          <p:nvPr>
            <p:ph type="sldNum" sz="quarter" idx="22"/>
          </p:nvPr>
        </p:nvSpPr>
        <p:spPr bwMode="gray">
          <a:xfrm>
            <a:off x="11424592" y="6246836"/>
            <a:ext cx="288000" cy="288000"/>
          </a:xfrm>
        </p:spPr>
        <p:txBody>
          <a:bodyPr/>
          <a:lstStyle/>
          <a:p>
            <a:fld id="{DF4E8F9F-5B1F-4F5B-BE49-3245D8C18D9F}" type="slidenum">
              <a:rPr lang="en-US" smtClean="0"/>
              <a:pPr/>
              <a:t>‹#›</a:t>
            </a:fld>
            <a:endParaRPr lang="en-US"/>
          </a:p>
        </p:txBody>
      </p:sp>
      <p:pic>
        <p:nvPicPr>
          <p:cNvPr id="38" name="Grafik 37">
            <a:extLst>
              <a:ext uri="{FF2B5EF4-FFF2-40B4-BE49-F238E27FC236}">
                <a16:creationId xmlns:a16="http://schemas.microsoft.com/office/drawing/2014/main" id="{8954A06D-B79B-F0A4-3770-80026494253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39" name="Titel 11">
            <a:extLst>
              <a:ext uri="{FF2B5EF4-FFF2-40B4-BE49-F238E27FC236}">
                <a16:creationId xmlns:a16="http://schemas.microsoft.com/office/drawing/2014/main" id="{4EC7957D-65EF-FAE0-99EA-D977753D2AD0}"/>
              </a:ext>
            </a:extLst>
          </p:cNvPr>
          <p:cNvSpPr>
            <a:spLocks noGrp="1"/>
          </p:cNvSpPr>
          <p:nvPr>
            <p:ph type="title" hasCustomPrompt="1"/>
          </p:nvPr>
        </p:nvSpPr>
        <p:spPr bwMode="gray">
          <a:xfrm>
            <a:off x="4540176" y="475421"/>
            <a:ext cx="7172416" cy="720000"/>
          </a:xfrm>
        </p:spPr>
        <p:txBody>
          <a:bodyPr/>
          <a:lstStyle>
            <a:lvl1pPr>
              <a:defRPr/>
            </a:lvl1pPr>
          </a:lstStyle>
          <a:p>
            <a:r>
              <a:rPr lang="en-US"/>
              <a:t>Add Title</a:t>
            </a:r>
          </a:p>
        </p:txBody>
      </p:sp>
      <p:sp>
        <p:nvSpPr>
          <p:cNvPr id="40" name="Inhaltsplatzhalter 2">
            <a:extLst>
              <a:ext uri="{FF2B5EF4-FFF2-40B4-BE49-F238E27FC236}">
                <a16:creationId xmlns:a16="http://schemas.microsoft.com/office/drawing/2014/main" id="{0F1808C1-3CCC-F471-CC1D-03012F31AB70}"/>
              </a:ext>
            </a:extLst>
          </p:cNvPr>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1" name="Textplatzhalter 7">
            <a:extLst>
              <a:ext uri="{FF2B5EF4-FFF2-40B4-BE49-F238E27FC236}">
                <a16:creationId xmlns:a16="http://schemas.microsoft.com/office/drawing/2014/main" id="{002B9F49-545B-84F7-B29C-A83356CD206C}"/>
              </a:ext>
            </a:extLst>
          </p:cNvPr>
          <p:cNvSpPr>
            <a:spLocks noGrp="1"/>
          </p:cNvSpPr>
          <p:nvPr>
            <p:ph type="body" sz="quarter" idx="13" hasCustomPrompt="1"/>
          </p:nvPr>
        </p:nvSpPr>
        <p:spPr bwMode="gray">
          <a:xfrm>
            <a:off x="4540174" y="5814746"/>
            <a:ext cx="7172417"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071300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A7D5A2D3-7C05-6C75-5D49-19ADD47D4597}"/>
              </a:ext>
              <a:ext uri="{C183D7F6-B498-43B3-948B-1728B52AA6E4}">
                <adec:decorative xmlns:adec="http://schemas.microsoft.com/office/drawing/2017/decorative" val="1"/>
              </a:ext>
            </a:extLst>
          </p:cNvPr>
          <p:cNvSpPr/>
          <p:nvPr userDrawn="1"/>
        </p:nvSpPr>
        <p:spPr bwMode="gray">
          <a:xfrm>
            <a:off x="8124000" y="0"/>
            <a:ext cx="40680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9" name="Inhaltsplatzhalter 2">
            <a:extLst>
              <a:ext uri="{FF2B5EF4-FFF2-40B4-BE49-F238E27FC236}">
                <a16:creationId xmlns:a16="http://schemas.microsoft.com/office/drawing/2014/main" id="{5DEF47B2-3695-CAF1-D1D7-8F004127BE18}"/>
              </a:ext>
            </a:extLst>
          </p:cNvPr>
          <p:cNvSpPr>
            <a:spLocks noGrp="1"/>
          </p:cNvSpPr>
          <p:nvPr>
            <p:ph idx="16" hasCustomPrompt="1"/>
          </p:nvPr>
        </p:nvSpPr>
        <p:spPr bwMode="gray">
          <a:xfrm>
            <a:off x="854458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0" name="Titel 11">
            <a:extLst>
              <a:ext uri="{FF2B5EF4-FFF2-40B4-BE49-F238E27FC236}">
                <a16:creationId xmlns:a16="http://schemas.microsoft.com/office/drawing/2014/main" id="{00C12597-BC57-5792-D650-62DD1F2F1E2A}"/>
              </a:ext>
            </a:extLst>
          </p:cNvPr>
          <p:cNvSpPr>
            <a:spLocks noGrp="1"/>
          </p:cNvSpPr>
          <p:nvPr>
            <p:ph type="title" hasCustomPrompt="1"/>
          </p:nvPr>
        </p:nvSpPr>
        <p:spPr bwMode="gray">
          <a:xfrm>
            <a:off x="479425" y="475421"/>
            <a:ext cx="7380288" cy="720000"/>
          </a:xfrm>
        </p:spPr>
        <p:txBody>
          <a:bodyPr/>
          <a:lstStyle>
            <a:lvl1pPr>
              <a:defRPr/>
            </a:lvl1pPr>
          </a:lstStyle>
          <a:p>
            <a:r>
              <a:rPr lang="en-US"/>
              <a:t>Add Title</a:t>
            </a:r>
          </a:p>
        </p:txBody>
      </p:sp>
      <p:sp>
        <p:nvSpPr>
          <p:cNvPr id="21" name="Inhaltsplatzhalter 2">
            <a:extLst>
              <a:ext uri="{FF2B5EF4-FFF2-40B4-BE49-F238E27FC236}">
                <a16:creationId xmlns:a16="http://schemas.microsoft.com/office/drawing/2014/main" id="{FC1854F1-01FC-CC9B-672B-BC0DFAAA3BBC}"/>
              </a:ext>
            </a:extLst>
          </p:cNvPr>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2" name="Textplatzhalter 7">
            <a:extLst>
              <a:ext uri="{FF2B5EF4-FFF2-40B4-BE49-F238E27FC236}">
                <a16:creationId xmlns:a16="http://schemas.microsoft.com/office/drawing/2014/main" id="{609BEDF8-5D30-56CE-C29C-A4904E62E68C}"/>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3" name="Foliennummernplatzhalter 9">
            <a:extLst>
              <a:ext uri="{FF2B5EF4-FFF2-40B4-BE49-F238E27FC236}">
                <a16:creationId xmlns:a16="http://schemas.microsoft.com/office/drawing/2014/main" id="{E58D8B36-45C4-C768-6390-A368FBE408F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24" name="Fußzeilenplatzhalter 6">
            <a:extLst>
              <a:ext uri="{FF2B5EF4-FFF2-40B4-BE49-F238E27FC236}">
                <a16:creationId xmlns:a16="http://schemas.microsoft.com/office/drawing/2014/main" id="{165DE3C4-E292-0099-DDC2-AE2219401B29}"/>
              </a:ext>
            </a:extLst>
          </p:cNvPr>
          <p:cNvSpPr>
            <a:spLocks noGrp="1"/>
          </p:cNvSpPr>
          <p:nvPr>
            <p:ph type="ftr" sz="quarter" idx="19"/>
          </p:nvPr>
        </p:nvSpPr>
        <p:spPr bwMode="gray">
          <a:xfrm>
            <a:off x="8904624" y="6246836"/>
            <a:ext cx="2447960" cy="288000"/>
          </a:xfrm>
        </p:spPr>
        <p:txBody>
          <a:bodyPr/>
          <a:lstStyle/>
          <a:p>
            <a:r>
              <a:rPr lang="en-US"/>
              <a:t>How-to slides     |     ONLY FOR INTERNAL USE</a:t>
            </a:r>
          </a:p>
        </p:txBody>
      </p:sp>
      <p:sp>
        <p:nvSpPr>
          <p:cNvPr id="25" name="Arrow: Pentagon 5">
            <a:extLst>
              <a:ext uri="{FF2B5EF4-FFF2-40B4-BE49-F238E27FC236}">
                <a16:creationId xmlns:a16="http://schemas.microsoft.com/office/drawing/2014/main" id="{3E474D7B-44B0-AEE3-0F96-9BAFDB81FDB9}"/>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620D54D5-CB98-8C3C-057E-95055F724A09}"/>
              </a:ext>
            </a:extLst>
          </p:cNvPr>
          <p:cNvSpPr/>
          <p:nvPr userDrawn="1"/>
        </p:nvSpPr>
        <p:spPr bwMode="gray">
          <a:xfrm>
            <a:off x="0" y="0"/>
            <a:ext cx="4060800"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a:solidFill>
                <a:schemeClr val="tx1"/>
              </a:solidFill>
            </a:endParaRPr>
          </a:p>
        </p:txBody>
      </p:sp>
      <p:sp>
        <p:nvSpPr>
          <p:cNvPr id="6" name="Titel 11">
            <a:extLst>
              <a:ext uri="{FF2B5EF4-FFF2-40B4-BE49-F238E27FC236}">
                <a16:creationId xmlns:a16="http://schemas.microsoft.com/office/drawing/2014/main" id="{07D6DB3F-4F69-840B-5E84-CD51F3512A1A}"/>
              </a:ext>
            </a:extLst>
          </p:cNvPr>
          <p:cNvSpPr>
            <a:spLocks noGrp="1"/>
          </p:cNvSpPr>
          <p:nvPr>
            <p:ph type="title" hasCustomPrompt="1"/>
          </p:nvPr>
        </p:nvSpPr>
        <p:spPr bwMode="gray">
          <a:xfrm>
            <a:off x="4540176" y="475421"/>
            <a:ext cx="7172416" cy="720000"/>
          </a:xfrm>
        </p:spPr>
        <p:txBody>
          <a:bodyPr/>
          <a:lstStyle>
            <a:lvl1pPr>
              <a:defRPr/>
            </a:lvl1pPr>
          </a:lstStyle>
          <a:p>
            <a:r>
              <a:rPr lang="en-US"/>
              <a:t>Add Title</a:t>
            </a:r>
          </a:p>
        </p:txBody>
      </p:sp>
      <p:sp>
        <p:nvSpPr>
          <p:cNvPr id="7" name="Inhaltsplatzhalter 2">
            <a:extLst>
              <a:ext uri="{FF2B5EF4-FFF2-40B4-BE49-F238E27FC236}">
                <a16:creationId xmlns:a16="http://schemas.microsoft.com/office/drawing/2014/main" id="{CC4CE08D-56CA-8499-7BAF-38F7C600DDD8}"/>
              </a:ext>
            </a:extLst>
          </p:cNvPr>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Textplatzhalter 7">
            <a:extLst>
              <a:ext uri="{FF2B5EF4-FFF2-40B4-BE49-F238E27FC236}">
                <a16:creationId xmlns:a16="http://schemas.microsoft.com/office/drawing/2014/main" id="{F6BA81C0-2D61-45EA-074D-56A3BE3F562A}"/>
              </a:ext>
            </a:extLst>
          </p:cNvPr>
          <p:cNvSpPr>
            <a:spLocks noGrp="1"/>
          </p:cNvSpPr>
          <p:nvPr>
            <p:ph type="body" sz="quarter" idx="13" hasCustomPrompt="1"/>
          </p:nvPr>
        </p:nvSpPr>
        <p:spPr bwMode="gray">
          <a:xfrm>
            <a:off x="4540176" y="5804874"/>
            <a:ext cx="7172416"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4" name="Inhaltsplatzhalter 2">
            <a:extLst>
              <a:ext uri="{FF2B5EF4-FFF2-40B4-BE49-F238E27FC236}">
                <a16:creationId xmlns:a16="http://schemas.microsoft.com/office/drawing/2014/main" id="{0711783F-198B-817B-6A69-9740A82452D1}"/>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2000" indent="-216000">
              <a:defRPr sz="1200">
                <a:solidFill>
                  <a:schemeClr val="bg1"/>
                </a:solidFill>
              </a:defRPr>
            </a:lvl5pPr>
            <a:lvl6pPr marL="792000" indent="-216000">
              <a:defRPr sz="1200">
                <a:solidFill>
                  <a:schemeClr val="bg1"/>
                </a:solidFill>
              </a:defRPr>
            </a:lvl6pPr>
            <a:lvl7pPr marL="792000" indent="-216000">
              <a:defRPr sz="1200">
                <a:solidFill>
                  <a:schemeClr val="bg1"/>
                </a:solidFill>
              </a:defRPr>
            </a:lvl7pPr>
            <a:lvl8pPr marL="792000" indent="-216000">
              <a:defRPr sz="1200">
                <a:solidFill>
                  <a:schemeClr val="bg1"/>
                </a:solidFill>
              </a:defRPr>
            </a:lvl8pPr>
            <a:lvl9pPr marL="792000" indent="-216000">
              <a:defRPr sz="1200">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5" name="Fußzeilenplatzhalter 7">
            <a:extLst>
              <a:ext uri="{FF2B5EF4-FFF2-40B4-BE49-F238E27FC236}">
                <a16:creationId xmlns:a16="http://schemas.microsoft.com/office/drawing/2014/main" id="{614CFB25-1802-C3DB-5812-84505EB9FE95}"/>
              </a:ext>
            </a:extLst>
          </p:cNvPr>
          <p:cNvSpPr>
            <a:spLocks noGrp="1"/>
          </p:cNvSpPr>
          <p:nvPr>
            <p:ph type="ftr" sz="quarter" idx="21"/>
          </p:nvPr>
        </p:nvSpPr>
        <p:spPr bwMode="gray">
          <a:xfrm>
            <a:off x="6312024" y="6246836"/>
            <a:ext cx="5040560" cy="288000"/>
          </a:xfrm>
        </p:spPr>
        <p:txBody>
          <a:bodyPr/>
          <a:lstStyle/>
          <a:p>
            <a:r>
              <a:rPr lang="en-US"/>
              <a:t>How-to slides     |     ONLY FOR INTERNAL USE</a:t>
            </a:r>
          </a:p>
        </p:txBody>
      </p:sp>
      <p:sp>
        <p:nvSpPr>
          <p:cNvPr id="16" name="Foliennummernplatzhalter 8">
            <a:extLst>
              <a:ext uri="{FF2B5EF4-FFF2-40B4-BE49-F238E27FC236}">
                <a16:creationId xmlns:a16="http://schemas.microsoft.com/office/drawing/2014/main" id="{E2403DE8-CC00-9699-71AD-6481D0C5EAEF}"/>
              </a:ext>
            </a:extLst>
          </p:cNvPr>
          <p:cNvSpPr>
            <a:spLocks noGrp="1"/>
          </p:cNvSpPr>
          <p:nvPr>
            <p:ph type="sldNum" sz="quarter" idx="22"/>
          </p:nvPr>
        </p:nvSpPr>
        <p:spPr bwMode="gray">
          <a:xfrm>
            <a:off x="11424592" y="6246836"/>
            <a:ext cx="288000" cy="288000"/>
          </a:xfrm>
        </p:spPr>
        <p:txBody>
          <a:bodyPr/>
          <a:lstStyle/>
          <a:p>
            <a:fld id="{DF4E8F9F-5B1F-4F5B-BE49-3245D8C18D9F}" type="slidenum">
              <a:rPr lang="en-US" smtClean="0"/>
              <a:pPr/>
              <a:t>‹#›</a:t>
            </a:fld>
            <a:endParaRPr lang="en-US"/>
          </a:p>
        </p:txBody>
      </p:sp>
      <p:pic>
        <p:nvPicPr>
          <p:cNvPr id="17" name="Grafik 16">
            <a:extLst>
              <a:ext uri="{FF2B5EF4-FFF2-40B4-BE49-F238E27FC236}">
                <a16:creationId xmlns:a16="http://schemas.microsoft.com/office/drawing/2014/main" id="{2E6B3322-5035-AE3B-979F-F94FE78CEF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C90926C7-03B0-E9F2-E962-87C2B39B4415}"/>
              </a:ext>
            </a:extLst>
          </p:cNvPr>
          <p:cNvSpPr/>
          <p:nvPr userDrawn="1"/>
        </p:nvSpPr>
        <p:spPr bwMode="gray">
          <a:xfrm>
            <a:off x="8124000" y="0"/>
            <a:ext cx="4068000"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a:solidFill>
                <a:schemeClr val="tx1"/>
              </a:solidFill>
            </a:endParaRPr>
          </a:p>
        </p:txBody>
      </p:sp>
      <p:sp>
        <p:nvSpPr>
          <p:cNvPr id="11" name="Inhaltsplatzhalter 2">
            <a:extLst>
              <a:ext uri="{FF2B5EF4-FFF2-40B4-BE49-F238E27FC236}">
                <a16:creationId xmlns:a16="http://schemas.microsoft.com/office/drawing/2014/main" id="{8FDC2F3F-F093-C91E-B161-A4A39AEB88EB}"/>
              </a:ext>
            </a:extLst>
          </p:cNvPr>
          <p:cNvSpPr>
            <a:spLocks noGrp="1"/>
          </p:cNvSpPr>
          <p:nvPr>
            <p:ph idx="16" hasCustomPrompt="1"/>
          </p:nvPr>
        </p:nvSpPr>
        <p:spPr bwMode="white">
          <a:xfrm>
            <a:off x="8544584"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2000" indent="-216000">
              <a:defRPr sz="1200">
                <a:solidFill>
                  <a:schemeClr val="bg1"/>
                </a:solidFill>
              </a:defRPr>
            </a:lvl5pPr>
            <a:lvl6pPr marL="792000" indent="-216000">
              <a:defRPr sz="1200">
                <a:solidFill>
                  <a:schemeClr val="bg1"/>
                </a:solidFill>
              </a:defRPr>
            </a:lvl6pPr>
            <a:lvl7pPr marL="792000" indent="-216000">
              <a:defRPr sz="1200">
                <a:solidFill>
                  <a:schemeClr val="bg1"/>
                </a:solidFill>
              </a:defRPr>
            </a:lvl7pPr>
            <a:lvl8pPr marL="792000" indent="-216000">
              <a:defRPr sz="1200">
                <a:solidFill>
                  <a:schemeClr val="bg1"/>
                </a:solidFill>
              </a:defRPr>
            </a:lvl8pPr>
            <a:lvl9pPr marL="792000" indent="-216000">
              <a:defRPr sz="1200">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3" name="Titel 11">
            <a:extLst>
              <a:ext uri="{FF2B5EF4-FFF2-40B4-BE49-F238E27FC236}">
                <a16:creationId xmlns:a16="http://schemas.microsoft.com/office/drawing/2014/main" id="{DC2319A6-4394-A0D7-5008-E7E01E866DBE}"/>
              </a:ext>
            </a:extLst>
          </p:cNvPr>
          <p:cNvSpPr>
            <a:spLocks noGrp="1"/>
          </p:cNvSpPr>
          <p:nvPr>
            <p:ph type="title" hasCustomPrompt="1"/>
          </p:nvPr>
        </p:nvSpPr>
        <p:spPr bwMode="gray">
          <a:xfrm>
            <a:off x="479425" y="475421"/>
            <a:ext cx="7380288" cy="720000"/>
          </a:xfrm>
        </p:spPr>
        <p:txBody>
          <a:bodyPr/>
          <a:lstStyle>
            <a:lvl1pPr>
              <a:defRPr/>
            </a:lvl1pPr>
          </a:lstStyle>
          <a:p>
            <a:r>
              <a:rPr lang="en-US"/>
              <a:t>Add Title</a:t>
            </a:r>
          </a:p>
        </p:txBody>
      </p:sp>
      <p:sp>
        <p:nvSpPr>
          <p:cNvPr id="14" name="Inhaltsplatzhalter 2">
            <a:extLst>
              <a:ext uri="{FF2B5EF4-FFF2-40B4-BE49-F238E27FC236}">
                <a16:creationId xmlns:a16="http://schemas.microsoft.com/office/drawing/2014/main" id="{1E854D1E-5648-041B-16E7-3D13CBA6AF86}"/>
              </a:ext>
            </a:extLst>
          </p:cNvPr>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5" name="Textplatzhalter 7">
            <a:extLst>
              <a:ext uri="{FF2B5EF4-FFF2-40B4-BE49-F238E27FC236}">
                <a16:creationId xmlns:a16="http://schemas.microsoft.com/office/drawing/2014/main" id="{ADF79567-6072-90D0-AA6D-13B1E4B9FDBB}"/>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6" name="Foliennummernplatzhalter 9">
            <a:extLst>
              <a:ext uri="{FF2B5EF4-FFF2-40B4-BE49-F238E27FC236}">
                <a16:creationId xmlns:a16="http://schemas.microsoft.com/office/drawing/2014/main" id="{12A3D01D-D0DE-22B3-0D9D-55E3840D8F03}"/>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17" name="Fußzeilenplatzhalter 5">
            <a:extLst>
              <a:ext uri="{FF2B5EF4-FFF2-40B4-BE49-F238E27FC236}">
                <a16:creationId xmlns:a16="http://schemas.microsoft.com/office/drawing/2014/main" id="{FCF362D2-6830-1568-7C0C-5B9B9421A392}"/>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How-to slides     |     ONLY FOR INTERNAL USE</a:t>
            </a:r>
          </a:p>
        </p:txBody>
      </p:sp>
      <p:sp>
        <p:nvSpPr>
          <p:cNvPr id="18" name="Arrow: Pentagon 6">
            <a:extLst>
              <a:ext uri="{FF2B5EF4-FFF2-40B4-BE49-F238E27FC236}">
                <a16:creationId xmlns:a16="http://schemas.microsoft.com/office/drawing/2014/main" id="{01E36DDF-C842-E5DB-E81C-14DC54227975}"/>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Add Title</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How-to slides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a:t>
            </a:r>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How-to slides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a:t>
            </a:r>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How-to slides     |     ONLY FOR INTERNAL USE</a:t>
            </a:r>
          </a:p>
        </p:txBody>
      </p:sp>
      <p:grpSp>
        <p:nvGrpSpPr>
          <p:cNvPr id="2" name="Group 1">
            <a:extLst>
              <a:ext uri="{FF2B5EF4-FFF2-40B4-BE49-F238E27FC236}">
                <a16:creationId xmlns:a16="http://schemas.microsoft.com/office/drawing/2014/main" id="{663D23AD-E00C-888B-4C27-0A4135CEF1E3}"/>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1CA48CF8-E984-CC3B-EF24-1DD8EDD5B959}"/>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9" name="TextBox 8">
                <a:extLst>
                  <a:ext uri="{FF2B5EF4-FFF2-40B4-BE49-F238E27FC236}">
                    <a16:creationId xmlns:a16="http://schemas.microsoft.com/office/drawing/2014/main" id="{3C02F5D0-96D5-F2C3-9216-8670A469069C}"/>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1" name="TextBox 10">
                <a:extLst>
                  <a:ext uri="{FF2B5EF4-FFF2-40B4-BE49-F238E27FC236}">
                    <a16:creationId xmlns:a16="http://schemas.microsoft.com/office/drawing/2014/main" id="{66E42F72-18FC-31E6-4E74-A51EEEFF6CCA}"/>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F29D54FB-8988-C2F9-5195-6CF9A24B69AD}"/>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How-to slides     |     ONLY FOR INTERNAL USE</a:t>
            </a:r>
          </a:p>
        </p:txBody>
      </p:sp>
      <p:grpSp>
        <p:nvGrpSpPr>
          <p:cNvPr id="2" name="Group 1">
            <a:extLst>
              <a:ext uri="{FF2B5EF4-FFF2-40B4-BE49-F238E27FC236}">
                <a16:creationId xmlns:a16="http://schemas.microsoft.com/office/drawing/2014/main" id="{9005E816-D1C6-AE33-8A20-CD4F0AFFC6F6}"/>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14042732-EE2B-DC6F-94BB-E2EA1AE0B909}"/>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F5318871-924E-CB76-69FC-19AF93533A53}"/>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9" name="TextBox 8">
                <a:extLst>
                  <a:ext uri="{FF2B5EF4-FFF2-40B4-BE49-F238E27FC236}">
                    <a16:creationId xmlns:a16="http://schemas.microsoft.com/office/drawing/2014/main" id="{CFEA788D-FAFB-9F92-7608-594ACFB54198}"/>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76A777BD-4F6C-A9AE-509E-80D6E92504CD}"/>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24000" y="-3198"/>
            <a:ext cx="4068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How-to slides     |     ONLY FOR INTERNAL USE</a:t>
            </a:r>
          </a:p>
        </p:txBody>
      </p:sp>
      <p:grpSp>
        <p:nvGrpSpPr>
          <p:cNvPr id="4" name="Group 3">
            <a:extLst>
              <a:ext uri="{FF2B5EF4-FFF2-40B4-BE49-F238E27FC236}">
                <a16:creationId xmlns:a16="http://schemas.microsoft.com/office/drawing/2014/main" id="{C21698C5-C7DA-50DC-AF50-B7DECBFAF796}"/>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4F8E3C96-912C-915E-3386-5A249010139C}"/>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9" name="TextBox 8">
                <a:extLst>
                  <a:ext uri="{FF2B5EF4-FFF2-40B4-BE49-F238E27FC236}">
                    <a16:creationId xmlns:a16="http://schemas.microsoft.com/office/drawing/2014/main" id="{5EBBD2CC-FA4E-8A4E-529F-CDCEB3B1ED9D}"/>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1" name="TextBox 10">
                <a:extLst>
                  <a:ext uri="{FF2B5EF4-FFF2-40B4-BE49-F238E27FC236}">
                    <a16:creationId xmlns:a16="http://schemas.microsoft.com/office/drawing/2014/main" id="{0A1ECD63-AB1C-65D2-4E23-A5274D9DECBB}"/>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6AC97C29-E7C2-0771-A614-9258FF77C0AD}"/>
                </a:ext>
              </a:extLst>
            </p:cNvPr>
            <p:cNvPicPr>
              <a:picLocks noChangeAspect="1"/>
            </p:cNvPicPr>
            <p:nvPr userDrawn="1"/>
          </p:nvPicPr>
          <p:blipFill>
            <a:blip r:embed="rId2"/>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a:t>Add Title</a:t>
            </a:r>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2682" y="0"/>
            <a:ext cx="20304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How-to slides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4" name="Group 3">
            <a:extLst>
              <a:ext uri="{FF2B5EF4-FFF2-40B4-BE49-F238E27FC236}">
                <a16:creationId xmlns:a16="http://schemas.microsoft.com/office/drawing/2014/main" id="{76BEBAA2-0EF5-3F9A-2B8D-CE1351C14DD3}"/>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0B644196-B456-6480-C7BC-5AFC3D9FA935}"/>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B1BCE646-9155-DCA2-01EA-5AA184029EF8}"/>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9" name="TextBox 8">
                <a:extLst>
                  <a:ext uri="{FF2B5EF4-FFF2-40B4-BE49-F238E27FC236}">
                    <a16:creationId xmlns:a16="http://schemas.microsoft.com/office/drawing/2014/main" id="{EAC9F71D-B074-EA5A-90A2-33FF9184D70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E4251BFD-C762-DE19-CF8F-C7E3ACD9F49B}"/>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How-to slides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2" name="Group 1">
            <a:extLst>
              <a:ext uri="{FF2B5EF4-FFF2-40B4-BE49-F238E27FC236}">
                <a16:creationId xmlns:a16="http://schemas.microsoft.com/office/drawing/2014/main" id="{711EBDF2-2482-F07F-EEE0-86366FA92D4F}"/>
              </a:ext>
            </a:extLst>
          </p:cNvPr>
          <p:cNvGrpSpPr/>
          <p:nvPr userDrawn="1"/>
        </p:nvGrpSpPr>
        <p:grpSpPr>
          <a:xfrm>
            <a:off x="-1896888" y="-1"/>
            <a:ext cx="1715078" cy="3968906"/>
            <a:chOff x="-1896888" y="-1"/>
            <a:chExt cx="1715078" cy="3968906"/>
          </a:xfrm>
        </p:grpSpPr>
        <p:grpSp>
          <p:nvGrpSpPr>
            <p:cNvPr id="4" name="Group 3">
              <a:extLst>
                <a:ext uri="{FF2B5EF4-FFF2-40B4-BE49-F238E27FC236}">
                  <a16:creationId xmlns:a16="http://schemas.microsoft.com/office/drawing/2014/main" id="{BD10F19C-1624-F99A-8ED8-B9BE34A1D622}"/>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12B839A8-DF08-1C50-C3BC-6D96CB20F815}"/>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9518FD61-FFF6-D9C4-708B-9BE416B300B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5" name="Picture 4">
              <a:extLst>
                <a:ext uri="{FF2B5EF4-FFF2-40B4-BE49-F238E27FC236}">
                  <a16:creationId xmlns:a16="http://schemas.microsoft.com/office/drawing/2014/main" id="{56EA7648-A68B-2AA8-4D0C-7055A28A0777}"/>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24000" y="0"/>
            <a:ext cx="4068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How-to slides     |     ONLY FOR INTERNAL USE</a:t>
            </a:r>
          </a:p>
        </p:txBody>
      </p:sp>
      <p:grpSp>
        <p:nvGrpSpPr>
          <p:cNvPr id="4" name="Group 3">
            <a:extLst>
              <a:ext uri="{FF2B5EF4-FFF2-40B4-BE49-F238E27FC236}">
                <a16:creationId xmlns:a16="http://schemas.microsoft.com/office/drawing/2014/main" id="{44ED50DD-7574-9DAB-E02D-435E7814E158}"/>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5DFCAD7C-6362-F229-F1B3-8BDF0A655112}"/>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0949D71F-A69A-F527-9C41-1A510646B911}"/>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58141518-27C4-8BA7-70DE-213D992D6FA9}"/>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9" name="Picture 8">
              <a:extLst>
                <a:ext uri="{FF2B5EF4-FFF2-40B4-BE49-F238E27FC236}">
                  <a16:creationId xmlns:a16="http://schemas.microsoft.com/office/drawing/2014/main" id="{8237C03F-9E6F-6A19-080A-741D69A0B506}"/>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a:t>Add Title</a:t>
            </a:r>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304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How-to slides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4" name="Group 3">
            <a:extLst>
              <a:ext uri="{FF2B5EF4-FFF2-40B4-BE49-F238E27FC236}">
                <a16:creationId xmlns:a16="http://schemas.microsoft.com/office/drawing/2014/main" id="{055D40B2-BDFC-9E26-5E32-A07A24E87A06}"/>
              </a:ext>
            </a:extLst>
          </p:cNvPr>
          <p:cNvGrpSpPr/>
          <p:nvPr userDrawn="1"/>
        </p:nvGrpSpPr>
        <p:grpSpPr>
          <a:xfrm>
            <a:off x="-1896888" y="-1"/>
            <a:ext cx="1715078" cy="3968906"/>
            <a:chOff x="-1896888" y="-1"/>
            <a:chExt cx="1715078" cy="3968906"/>
          </a:xfrm>
        </p:grpSpPr>
        <p:grpSp>
          <p:nvGrpSpPr>
            <p:cNvPr id="5" name="Group 4">
              <a:extLst>
                <a:ext uri="{FF2B5EF4-FFF2-40B4-BE49-F238E27FC236}">
                  <a16:creationId xmlns:a16="http://schemas.microsoft.com/office/drawing/2014/main" id="{24D11715-66ED-B8DF-EA2A-E9824A3609E7}"/>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7" name="TextBox 6">
                <a:extLst>
                  <a:ext uri="{FF2B5EF4-FFF2-40B4-BE49-F238E27FC236}">
                    <a16:creationId xmlns:a16="http://schemas.microsoft.com/office/drawing/2014/main" id="{17DF55C5-5F3F-910F-BDB0-88B112388DF7}"/>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0" name="TextBox 9">
                <a:extLst>
                  <a:ext uri="{FF2B5EF4-FFF2-40B4-BE49-F238E27FC236}">
                    <a16:creationId xmlns:a16="http://schemas.microsoft.com/office/drawing/2014/main" id="{E0C251A9-1855-9A6A-1E60-AFD59A4448CE}"/>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6" name="Picture 5">
              <a:extLst>
                <a:ext uri="{FF2B5EF4-FFF2-40B4-BE49-F238E27FC236}">
                  <a16:creationId xmlns:a16="http://schemas.microsoft.com/office/drawing/2014/main" id="{A8065CEF-BB47-1563-DDCD-A39DA74B19D6}"/>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How-to slides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How-to slides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grpSp>
        <p:nvGrpSpPr>
          <p:cNvPr id="5" name="Group 4">
            <a:extLst>
              <a:ext uri="{FF2B5EF4-FFF2-40B4-BE49-F238E27FC236}">
                <a16:creationId xmlns:a16="http://schemas.microsoft.com/office/drawing/2014/main" id="{8EA50E25-2D7F-30A9-20E3-5AEDA0ABF32A}"/>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8CB52AA6-FB1C-32C6-856C-6F20ACD614AE}"/>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FE89866E-1CBF-BCC1-4AAF-375B9C80A55B}"/>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2" name="TextBox 11">
                <a:extLst>
                  <a:ext uri="{FF2B5EF4-FFF2-40B4-BE49-F238E27FC236}">
                    <a16:creationId xmlns:a16="http://schemas.microsoft.com/office/drawing/2014/main" id="{D55EED42-CC0D-53D2-56E6-4B2D0C3667A6}"/>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0" name="Picture 9">
              <a:extLst>
                <a:ext uri="{FF2B5EF4-FFF2-40B4-BE49-F238E27FC236}">
                  <a16:creationId xmlns:a16="http://schemas.microsoft.com/office/drawing/2014/main" id="{4BFA22A7-5557-6292-B8E3-DC84E47EFC15}"/>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How-to slides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grpSp>
        <p:nvGrpSpPr>
          <p:cNvPr id="6" name="Group 5">
            <a:extLst>
              <a:ext uri="{FF2B5EF4-FFF2-40B4-BE49-F238E27FC236}">
                <a16:creationId xmlns:a16="http://schemas.microsoft.com/office/drawing/2014/main" id="{2A2F1BC9-1769-1053-24D4-308A425C0E21}"/>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2ACF01C6-9797-B758-9018-6DA34E70E19D}"/>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0828A1AB-E70E-20AB-EF19-5D0661568F5B}"/>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BC84C977-443C-7F33-A4A8-271C5766D667}"/>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0" name="Picture 9">
              <a:extLst>
                <a:ext uri="{FF2B5EF4-FFF2-40B4-BE49-F238E27FC236}">
                  <a16:creationId xmlns:a16="http://schemas.microsoft.com/office/drawing/2014/main" id="{2B3343E8-02F4-1281-73C7-7E19A6CB7CB3}"/>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How-to slides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grpSp>
        <p:nvGrpSpPr>
          <p:cNvPr id="6" name="Group 5">
            <a:extLst>
              <a:ext uri="{FF2B5EF4-FFF2-40B4-BE49-F238E27FC236}">
                <a16:creationId xmlns:a16="http://schemas.microsoft.com/office/drawing/2014/main" id="{36A82B00-831C-5A06-77A5-10CF1850E50C}"/>
              </a:ext>
            </a:extLst>
          </p:cNvPr>
          <p:cNvGrpSpPr/>
          <p:nvPr userDrawn="1"/>
        </p:nvGrpSpPr>
        <p:grpSpPr>
          <a:xfrm>
            <a:off x="-1896888" y="-1"/>
            <a:ext cx="1715078" cy="3968906"/>
            <a:chOff x="-1896888" y="-1"/>
            <a:chExt cx="1715078" cy="3968906"/>
          </a:xfrm>
        </p:grpSpPr>
        <p:grpSp>
          <p:nvGrpSpPr>
            <p:cNvPr id="9" name="Group 8">
              <a:extLst>
                <a:ext uri="{FF2B5EF4-FFF2-40B4-BE49-F238E27FC236}">
                  <a16:creationId xmlns:a16="http://schemas.microsoft.com/office/drawing/2014/main" id="{BF4DC83E-8858-4B6C-3949-9E00EC1FEC3A}"/>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11" name="TextBox 10">
                <a:extLst>
                  <a:ext uri="{FF2B5EF4-FFF2-40B4-BE49-F238E27FC236}">
                    <a16:creationId xmlns:a16="http://schemas.microsoft.com/office/drawing/2014/main" id="{C93F7BCC-3EBD-28D5-4345-523914771D93}"/>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3" name="TextBox 12">
                <a:extLst>
                  <a:ext uri="{FF2B5EF4-FFF2-40B4-BE49-F238E27FC236}">
                    <a16:creationId xmlns:a16="http://schemas.microsoft.com/office/drawing/2014/main" id="{2172DAE4-3089-2187-476B-4AC627126C31}"/>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10" name="Picture 9">
              <a:extLst>
                <a:ext uri="{FF2B5EF4-FFF2-40B4-BE49-F238E27FC236}">
                  <a16:creationId xmlns:a16="http://schemas.microsoft.com/office/drawing/2014/main" id="{2B724134-4847-9BFE-7E36-528EAF969E5B}"/>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Title</a:t>
            </a:r>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How-to slides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How-to slides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How-to slides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2" name="Group 1">
            <a:extLst>
              <a:ext uri="{FF2B5EF4-FFF2-40B4-BE49-F238E27FC236}">
                <a16:creationId xmlns:a16="http://schemas.microsoft.com/office/drawing/2014/main" id="{7390D142-6F7E-E922-B04B-BC1F6FA589FD}"/>
              </a:ext>
            </a:extLst>
          </p:cNvPr>
          <p:cNvGrpSpPr/>
          <p:nvPr userDrawn="1"/>
        </p:nvGrpSpPr>
        <p:grpSpPr>
          <a:xfrm>
            <a:off x="-1896888" y="-1"/>
            <a:ext cx="1715078" cy="3968906"/>
            <a:chOff x="-1896888" y="-1"/>
            <a:chExt cx="1715078" cy="3968906"/>
          </a:xfrm>
        </p:grpSpPr>
        <p:grpSp>
          <p:nvGrpSpPr>
            <p:cNvPr id="3" name="Group 2">
              <a:extLst>
                <a:ext uri="{FF2B5EF4-FFF2-40B4-BE49-F238E27FC236}">
                  <a16:creationId xmlns:a16="http://schemas.microsoft.com/office/drawing/2014/main" id="{0EE2EF52-DC71-8D6E-82E2-DB441DA273DC}"/>
                </a:ext>
                <a:ext uri="{C183D7F6-B498-43B3-948B-1728B52AA6E4}">
                  <adec:decorative xmlns:adec="http://schemas.microsoft.com/office/drawing/2017/decorative" val="1"/>
                </a:ext>
              </a:extLst>
            </p:cNvPr>
            <p:cNvGrpSpPr/>
            <p:nvPr userDrawn="1"/>
          </p:nvGrpSpPr>
          <p:grpSpPr bwMode="gray">
            <a:xfrm>
              <a:off x="-1896888" y="-1"/>
              <a:ext cx="1715078" cy="3968906"/>
              <a:chOff x="-1824880" y="2708919"/>
              <a:chExt cx="1715078" cy="3968906"/>
            </a:xfrm>
          </p:grpSpPr>
          <p:sp>
            <p:nvSpPr>
              <p:cNvPr id="6" name="TextBox 5">
                <a:extLst>
                  <a:ext uri="{FF2B5EF4-FFF2-40B4-BE49-F238E27FC236}">
                    <a16:creationId xmlns:a16="http://schemas.microsoft.com/office/drawing/2014/main" id="{1E02BFE9-CE02-7687-7DE9-0D893FFDA6E8}"/>
                  </a:ext>
                </a:extLst>
              </p:cNvPr>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“Graphics Format”</a:t>
                </a:r>
              </a:p>
              <a:p>
                <a:pPr marL="144000" indent="-144000">
                  <a:lnSpc>
                    <a:spcPct val="120000"/>
                  </a:lnSpc>
                  <a:spcAft>
                    <a:spcPts val="600"/>
                  </a:spcAft>
                  <a:buFont typeface="+mj-lt"/>
                  <a:buAutoNum type="arabicPeriod"/>
                </a:pPr>
                <a:r>
                  <a:rPr lang="en-US" sz="900">
                    <a:solidFill>
                      <a:schemeClr val="tx1"/>
                    </a:solidFill>
                    <a:effectLst/>
                    <a:latin typeface="+mn-lt"/>
                  </a:rPr>
                  <a:t>Choose “Change Graphic” and then the corresponding source where the image is located</a:t>
                </a:r>
                <a:endParaRPr lang="en-US" sz="900">
                  <a:solidFill>
                    <a:schemeClr val="tx1"/>
                  </a:solidFill>
                  <a:latin typeface="+mn-lt"/>
                </a:endParaRPr>
              </a:p>
            </p:txBody>
          </p:sp>
          <p:sp>
            <p:nvSpPr>
              <p:cNvPr id="17" name="TextBox 16">
                <a:extLst>
                  <a:ext uri="{FF2B5EF4-FFF2-40B4-BE49-F238E27FC236}">
                    <a16:creationId xmlns:a16="http://schemas.microsoft.com/office/drawing/2014/main" id="{3897B499-1D33-E5D5-0BEA-99EF3B0FB39E}"/>
                  </a:ext>
                </a:extLst>
              </p:cNvPr>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pic>
          <p:nvPicPr>
            <p:cNvPr id="4" name="Picture 3">
              <a:extLst>
                <a:ext uri="{FF2B5EF4-FFF2-40B4-BE49-F238E27FC236}">
                  <a16:creationId xmlns:a16="http://schemas.microsoft.com/office/drawing/2014/main" id="{5FB3C7A1-D163-DF39-DAA9-23A5F759D25C}"/>
                </a:ext>
              </a:extLst>
            </p:cNvPr>
            <p:cNvPicPr>
              <a:picLocks noChangeAspect="1"/>
            </p:cNvPicPr>
            <p:nvPr userDrawn="1"/>
          </p:nvPicPr>
          <p:blipFill>
            <a:blip r:embed="rId3"/>
            <a:stretch>
              <a:fillRect/>
            </a:stretch>
          </p:blipFill>
          <p:spPr>
            <a:xfrm>
              <a:off x="-1752872" y="2087812"/>
              <a:ext cx="1080120" cy="984668"/>
            </a:xfrm>
            <a:prstGeom prst="rect">
              <a:avLst/>
            </a:prstGeom>
          </p:spPr>
        </p:pic>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How-to slides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Thank you!</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ntent dark Outro">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a:t>Add Title</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799" b="0">
                <a:solidFill>
                  <a:schemeClr val="bg1"/>
                </a:solidFill>
              </a:defRPr>
            </a:lvl1pPr>
            <a:lvl2pPr marL="0" indent="0">
              <a:lnSpc>
                <a:spcPct val="100000"/>
              </a:lnSpc>
              <a:spcBef>
                <a:spcPts val="0"/>
              </a:spcBef>
              <a:spcAft>
                <a:spcPts val="0"/>
              </a:spcAft>
              <a:buFont typeface="Arial" panose="020B0604020202020204" pitchFamily="34" charset="0"/>
              <a:buNone/>
              <a:defRPr sz="799" b="0">
                <a:solidFill>
                  <a:schemeClr val="bg1"/>
                </a:solidFill>
              </a:defRPr>
            </a:lvl2pPr>
            <a:lvl3pPr marL="0" indent="0">
              <a:lnSpc>
                <a:spcPct val="100000"/>
              </a:lnSpc>
              <a:spcBef>
                <a:spcPts val="0"/>
              </a:spcBef>
              <a:spcAft>
                <a:spcPts val="0"/>
              </a:spcAft>
              <a:buNone/>
              <a:defRPr sz="799" b="0">
                <a:solidFill>
                  <a:schemeClr val="bg1"/>
                </a:solidFill>
              </a:defRPr>
            </a:lvl3pPr>
            <a:lvl4pPr marL="0" indent="0">
              <a:lnSpc>
                <a:spcPct val="100000"/>
              </a:lnSpc>
              <a:spcBef>
                <a:spcPts val="0"/>
              </a:spcBef>
              <a:spcAft>
                <a:spcPts val="0"/>
              </a:spcAft>
              <a:buNone/>
              <a:defRPr sz="799" b="0">
                <a:solidFill>
                  <a:schemeClr val="bg1"/>
                </a:solidFill>
              </a:defRPr>
            </a:lvl4pPr>
            <a:lvl5pPr marL="0" indent="0">
              <a:lnSpc>
                <a:spcPct val="100000"/>
              </a:lnSpc>
              <a:spcBef>
                <a:spcPts val="0"/>
              </a:spcBef>
              <a:spcAft>
                <a:spcPts val="0"/>
              </a:spcAft>
              <a:buNone/>
              <a:defRPr sz="799" b="0">
                <a:solidFill>
                  <a:schemeClr val="bg1"/>
                </a:solidFill>
              </a:defRPr>
            </a:lvl5pPr>
            <a:lvl6pPr marL="0" indent="0">
              <a:lnSpc>
                <a:spcPct val="100000"/>
              </a:lnSpc>
              <a:spcBef>
                <a:spcPts val="0"/>
              </a:spcBef>
              <a:spcAft>
                <a:spcPts val="0"/>
              </a:spcAft>
              <a:buNone/>
              <a:defRPr sz="799" b="0">
                <a:solidFill>
                  <a:schemeClr val="bg1"/>
                </a:solidFill>
              </a:defRPr>
            </a:lvl6pPr>
            <a:lvl7pPr marL="0" indent="0">
              <a:lnSpc>
                <a:spcPct val="100000"/>
              </a:lnSpc>
              <a:spcBef>
                <a:spcPts val="0"/>
              </a:spcBef>
              <a:spcAft>
                <a:spcPts val="0"/>
              </a:spcAft>
              <a:buNone/>
              <a:defRPr sz="799" b="0">
                <a:solidFill>
                  <a:schemeClr val="bg1"/>
                </a:solidFill>
              </a:defRPr>
            </a:lvl7pPr>
            <a:lvl8pPr marL="0" indent="0">
              <a:lnSpc>
                <a:spcPct val="100000"/>
              </a:lnSpc>
              <a:spcBef>
                <a:spcPts val="0"/>
              </a:spcBef>
              <a:spcAft>
                <a:spcPts val="0"/>
              </a:spcAft>
              <a:buNone/>
              <a:defRPr sz="799" b="0">
                <a:solidFill>
                  <a:schemeClr val="bg1"/>
                </a:solidFill>
              </a:defRPr>
            </a:lvl8pPr>
            <a:lvl9pPr marL="0" indent="0">
              <a:lnSpc>
                <a:spcPct val="100000"/>
              </a:lnSpc>
              <a:spcBef>
                <a:spcPts val="0"/>
              </a:spcBef>
              <a:spcAft>
                <a:spcPts val="0"/>
              </a:spcAft>
              <a:buNone/>
              <a:defRPr sz="799" b="0">
                <a:solidFill>
                  <a:schemeClr val="bg1"/>
                </a:solidFill>
              </a:defRPr>
            </a:lvl9pPr>
          </a:lstStyle>
          <a:p>
            <a:pPr lvl="0"/>
            <a:r>
              <a:rPr lang="en-US"/>
              <a:t>Footnote/Source</a:t>
            </a:r>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5" y="6165001"/>
            <a:ext cx="1234800" cy="372727"/>
          </a:xfrm>
          <a:prstGeom prst="rect">
            <a:avLst/>
          </a:prstGeom>
        </p:spPr>
      </p:pic>
    </p:spTree>
    <p:extLst>
      <p:ext uri="{BB962C8B-B14F-4D97-AF65-F5344CB8AC3E}">
        <p14:creationId xmlns:p14="http://schemas.microsoft.com/office/powerpoint/2010/main" val="26256999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How-to slides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cxnSp>
        <p:nvCxnSpPr>
          <p:cNvPr id="4" name="Gerade Verbindung mit Pfeil 3">
            <a:extLst>
              <a:ext uri="{FF2B5EF4-FFF2-40B4-BE49-F238E27FC236}">
                <a16:creationId xmlns:a16="http://schemas.microsoft.com/office/drawing/2014/main" id="{5AB7C8FB-2B45-077A-672A-E1237FC1C4B8}"/>
              </a:ext>
            </a:extLst>
          </p:cNvPr>
          <p:cNvCxnSpPr>
            <a:cxnSpLocks/>
          </p:cNvCxnSpPr>
          <p:nvPr userDrawn="1"/>
        </p:nvCxnSpPr>
        <p:spPr bwMode="gray">
          <a:xfrm>
            <a:off x="6096000" y="-308428"/>
            <a:ext cx="6096000" cy="0"/>
          </a:xfrm>
          <a:prstGeom prst="straightConnector1">
            <a:avLst/>
          </a:prstGeom>
          <a:ln w="63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8D4BD20D-A8DE-2730-8E1A-C7A964713829}"/>
              </a:ext>
            </a:extLst>
          </p:cNvPr>
          <p:cNvCxnSpPr>
            <a:cxnSpLocks/>
          </p:cNvCxnSpPr>
          <p:nvPr userDrawn="1"/>
        </p:nvCxnSpPr>
        <p:spPr bwMode="gray">
          <a:xfrm>
            <a:off x="8124825" y="-466420"/>
            <a:ext cx="4067175" cy="0"/>
          </a:xfrm>
          <a:prstGeom prst="straightConnector1">
            <a:avLst/>
          </a:prstGeom>
          <a:ln w="63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Gerade Verbindung mit Pfeil 7">
            <a:extLst>
              <a:ext uri="{FF2B5EF4-FFF2-40B4-BE49-F238E27FC236}">
                <a16:creationId xmlns:a16="http://schemas.microsoft.com/office/drawing/2014/main" id="{B348630B-B4E3-5FD5-D870-6A03E0FA4B08}"/>
              </a:ext>
            </a:extLst>
          </p:cNvPr>
          <p:cNvCxnSpPr>
            <a:cxnSpLocks/>
          </p:cNvCxnSpPr>
          <p:nvPr userDrawn="1"/>
        </p:nvCxnSpPr>
        <p:spPr bwMode="gray">
          <a:xfrm>
            <a:off x="10158413" y="-719682"/>
            <a:ext cx="2033587" cy="0"/>
          </a:xfrm>
          <a:prstGeom prst="straightConnector1">
            <a:avLst/>
          </a:prstGeom>
          <a:ln w="63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5C3C62F2-C86D-241F-9B4E-83D16EB4C0C4}"/>
              </a:ext>
            </a:extLst>
          </p:cNvPr>
          <p:cNvSpPr txBox="1"/>
          <p:nvPr userDrawn="1"/>
        </p:nvSpPr>
        <p:spPr bwMode="gray">
          <a:xfrm>
            <a:off x="9033109" y="-387424"/>
            <a:ext cx="221783" cy="157992"/>
          </a:xfrm>
          <a:prstGeom prst="rect">
            <a:avLst/>
          </a:prstGeom>
          <a:solidFill>
            <a:srgbClr val="282828"/>
          </a:solidFill>
        </p:spPr>
        <p:txBody>
          <a:bodyPr wrap="none" lIns="36000" tIns="0" rIns="36000" bIns="0" rtlCol="0" anchor="ctr" anchorCtr="0">
            <a:spAutoFit/>
          </a:bodyPr>
          <a:lstStyle/>
          <a:p>
            <a:pPr marL="0" indent="0" algn="ctr">
              <a:lnSpc>
                <a:spcPct val="140000"/>
              </a:lnSpc>
              <a:buFont typeface="Arial" panose="020B0604020202020204" pitchFamily="34" charset="0"/>
              <a:buNone/>
            </a:pPr>
            <a:r>
              <a:rPr lang="de-DE" sz="800">
                <a:solidFill>
                  <a:schemeClr val="bg1"/>
                </a:solidFill>
              </a:rPr>
              <a:t>1:1</a:t>
            </a:r>
          </a:p>
        </p:txBody>
      </p:sp>
      <p:sp>
        <p:nvSpPr>
          <p:cNvPr id="10" name="Textfeld 9">
            <a:extLst>
              <a:ext uri="{FF2B5EF4-FFF2-40B4-BE49-F238E27FC236}">
                <a16:creationId xmlns:a16="http://schemas.microsoft.com/office/drawing/2014/main" id="{4E1CFB27-CD6F-E9C4-F487-A2DA85D53448}"/>
              </a:ext>
            </a:extLst>
          </p:cNvPr>
          <p:cNvSpPr txBox="1"/>
          <p:nvPr userDrawn="1"/>
        </p:nvSpPr>
        <p:spPr bwMode="gray">
          <a:xfrm>
            <a:off x="10047521" y="-545416"/>
            <a:ext cx="221783" cy="157992"/>
          </a:xfrm>
          <a:prstGeom prst="rect">
            <a:avLst/>
          </a:prstGeom>
          <a:solidFill>
            <a:srgbClr val="282828"/>
          </a:solidFill>
        </p:spPr>
        <p:txBody>
          <a:bodyPr wrap="none" lIns="36000" tIns="0" rIns="36000" bIns="0" rtlCol="0" anchor="ctr" anchorCtr="0">
            <a:spAutoFit/>
          </a:bodyPr>
          <a:lstStyle/>
          <a:p>
            <a:pPr marL="0" indent="0" algn="ctr">
              <a:lnSpc>
                <a:spcPct val="140000"/>
              </a:lnSpc>
              <a:buFont typeface="Arial" panose="020B0604020202020204" pitchFamily="34" charset="0"/>
              <a:buNone/>
            </a:pPr>
            <a:r>
              <a:rPr lang="de-DE" sz="800">
                <a:solidFill>
                  <a:schemeClr val="bg1"/>
                </a:solidFill>
              </a:rPr>
              <a:t>2:1</a:t>
            </a:r>
          </a:p>
        </p:txBody>
      </p:sp>
      <p:sp>
        <p:nvSpPr>
          <p:cNvPr id="11" name="Textfeld 10">
            <a:extLst>
              <a:ext uri="{FF2B5EF4-FFF2-40B4-BE49-F238E27FC236}">
                <a16:creationId xmlns:a16="http://schemas.microsoft.com/office/drawing/2014/main" id="{B9814EB2-CEE6-3B79-D2B8-83F5B8F76523}"/>
              </a:ext>
            </a:extLst>
          </p:cNvPr>
          <p:cNvSpPr txBox="1"/>
          <p:nvPr userDrawn="1"/>
        </p:nvSpPr>
        <p:spPr bwMode="gray">
          <a:xfrm>
            <a:off x="11064315" y="-798678"/>
            <a:ext cx="221783" cy="157992"/>
          </a:xfrm>
          <a:prstGeom prst="rect">
            <a:avLst/>
          </a:prstGeom>
          <a:solidFill>
            <a:srgbClr val="282828"/>
          </a:solidFill>
        </p:spPr>
        <p:txBody>
          <a:bodyPr wrap="none" lIns="36000" tIns="0" rIns="36000" bIns="0" rtlCol="0" anchor="ctr" anchorCtr="0">
            <a:spAutoFit/>
          </a:bodyPr>
          <a:lstStyle/>
          <a:p>
            <a:pPr marL="0" indent="0" algn="ctr">
              <a:lnSpc>
                <a:spcPct val="140000"/>
              </a:lnSpc>
              <a:buFont typeface="Arial" panose="020B0604020202020204" pitchFamily="34" charset="0"/>
              <a:buNone/>
            </a:pPr>
            <a:r>
              <a:rPr lang="de-DE" sz="800">
                <a:solidFill>
                  <a:schemeClr val="bg1"/>
                </a:solidFill>
              </a:rPr>
              <a:t>5:1</a:t>
            </a:r>
          </a:p>
        </p:txBody>
      </p:sp>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4" r:id="rId22"/>
    <p:sldLayoutId id="2147483799" r:id="rId23"/>
    <p:sldLayoutId id="2147483800" r:id="rId24"/>
    <p:sldLayoutId id="2147483806" r:id="rId25"/>
    <p:sldLayoutId id="2147483795" r:id="rId26"/>
    <p:sldLayoutId id="2147483796" r:id="rId27"/>
    <p:sldLayoutId id="2147483797" r:id="rId28"/>
    <p:sldLayoutId id="2147483798" r:id="rId29"/>
    <p:sldLayoutId id="2147483783" r:id="rId30"/>
    <p:sldLayoutId id="2147483784" r:id="rId31"/>
    <p:sldLayoutId id="2147483785" r:id="rId32"/>
    <p:sldLayoutId id="2147483811" r:id="rId33"/>
    <p:sldLayoutId id="2147483813"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7FFFFEC2_8C80B5C2.xml"/><Relationship Id="rId1" Type="http://schemas.openxmlformats.org/officeDocument/2006/relationships/slideLayout" Target="../slideLayouts/slideLayout11.xml"/><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7FFFFEC0_C4A75ABD.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32C4-4DD4-F071-DC5F-39CEBEE98A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27DA133-99A4-C7B3-8CD0-540A42BDD0EE}"/>
              </a:ext>
            </a:extLst>
          </p:cNvPr>
          <p:cNvSpPr>
            <a:spLocks noGrp="1"/>
          </p:cNvSpPr>
          <p:nvPr>
            <p:ph type="ctrTitle"/>
          </p:nvPr>
        </p:nvSpPr>
        <p:spPr bwMode="gray">
          <a:xfrm>
            <a:off x="479425" y="2637000"/>
            <a:ext cx="8280755" cy="1584000"/>
          </a:xfrm>
        </p:spPr>
        <p:txBody>
          <a:bodyPr/>
          <a:lstStyle/>
          <a:p>
            <a:pPr fontAlgn="t"/>
            <a:r>
              <a:rPr lang="zh-CN" altLang="zh-CN" dirty="0">
                <a:ea typeface="Boehringer Forward Text" panose="020B0504030403020204" pitchFamily="2" charset="0"/>
              </a:rPr>
              <a:t>AH pet competitor ecosystem  </a:t>
            </a:r>
          </a:p>
        </p:txBody>
      </p:sp>
      <p:sp>
        <p:nvSpPr>
          <p:cNvPr id="3" name="Untertitel 2">
            <a:extLst>
              <a:ext uri="{FF2B5EF4-FFF2-40B4-BE49-F238E27FC236}">
                <a16:creationId xmlns:a16="http://schemas.microsoft.com/office/drawing/2014/main" id="{0B82EEAA-AFE5-C786-367E-176B8B8FF20E}"/>
              </a:ext>
            </a:extLst>
          </p:cNvPr>
          <p:cNvSpPr>
            <a:spLocks noGrp="1"/>
          </p:cNvSpPr>
          <p:nvPr>
            <p:ph type="subTitle" idx="1"/>
          </p:nvPr>
        </p:nvSpPr>
        <p:spPr bwMode="gray">
          <a:xfrm>
            <a:off x="479425" y="4437120"/>
            <a:ext cx="8281375" cy="1296136"/>
          </a:xfrm>
        </p:spPr>
        <p:txBody>
          <a:bodyPr/>
          <a:lstStyle/>
          <a:p>
            <a:endParaRPr lang="en-US" noProof="0" dirty="0"/>
          </a:p>
        </p:txBody>
      </p:sp>
      <p:sp>
        <p:nvSpPr>
          <p:cNvPr id="4" name="Fußzeilenplatzhalter 3">
            <a:extLst>
              <a:ext uri="{FF2B5EF4-FFF2-40B4-BE49-F238E27FC236}">
                <a16:creationId xmlns:a16="http://schemas.microsoft.com/office/drawing/2014/main" id="{AB904158-6F5D-44BA-CE71-CAA08049A9D6}"/>
              </a:ext>
            </a:extLst>
          </p:cNvPr>
          <p:cNvSpPr>
            <a:spLocks noGrp="1"/>
          </p:cNvSpPr>
          <p:nvPr>
            <p:ph type="ftr" sz="quarter" idx="19"/>
          </p:nvPr>
        </p:nvSpPr>
        <p:spPr bwMode="gray">
          <a:xfrm>
            <a:off x="479936" y="6165328"/>
            <a:ext cx="5040000" cy="216000"/>
          </a:xfrm>
        </p:spPr>
        <p:txBody>
          <a:bodyPr/>
          <a:lstStyle/>
          <a:p>
            <a:r>
              <a:rPr lang="en-US" noProof="0"/>
              <a:t>How-to slides     |     ONLY FOR INTERNAL USE</a:t>
            </a:r>
          </a:p>
        </p:txBody>
      </p:sp>
      <p:pic>
        <p:nvPicPr>
          <p:cNvPr id="8" name="Grafik 7">
            <a:extLst>
              <a:ext uri="{FF2B5EF4-FFF2-40B4-BE49-F238E27FC236}">
                <a16:creationId xmlns:a16="http://schemas.microsoft.com/office/drawing/2014/main" id="{578E1BA1-B937-6E09-2460-D53C65DEC95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bwMode="gray">
          <a:xfrm>
            <a:off x="7248128" y="764708"/>
            <a:ext cx="3744260" cy="3744260"/>
          </a:xfrm>
          <a:prstGeom prst="rect">
            <a:avLst/>
          </a:prstGeom>
        </p:spPr>
      </p:pic>
    </p:spTree>
    <p:extLst>
      <p:ext uri="{BB962C8B-B14F-4D97-AF65-F5344CB8AC3E}">
        <p14:creationId xmlns:p14="http://schemas.microsoft.com/office/powerpoint/2010/main" val="493168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F686-0C11-54CE-905D-B88A60AC15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8274F6-8FE3-367A-4A49-6683BBA08125}"/>
              </a:ext>
            </a:extLst>
          </p:cNvPr>
          <p:cNvSpPr>
            <a:spLocks noGrp="1"/>
          </p:cNvSpPr>
          <p:nvPr>
            <p:ph type="title"/>
          </p:nvPr>
        </p:nvSpPr>
        <p:spPr/>
        <p:txBody>
          <a:bodyPr/>
          <a:lstStyle/>
          <a:p>
            <a:r>
              <a:rPr lang="en-US" altLang="zh-CN" dirty="0"/>
              <a:t>BIAH PET Product List – To C (Non-Prescription Only)</a:t>
            </a:r>
            <a:endParaRPr lang="zh-CN" altLang="en-US" dirty="0"/>
          </a:p>
        </p:txBody>
      </p:sp>
      <p:sp>
        <p:nvSpPr>
          <p:cNvPr id="6" name="灯片编号占位符 5">
            <a:extLst>
              <a:ext uri="{FF2B5EF4-FFF2-40B4-BE49-F238E27FC236}">
                <a16:creationId xmlns:a16="http://schemas.microsoft.com/office/drawing/2014/main" id="{3B734FA6-3A8D-5C72-C61D-5F41B1DDADAC}"/>
              </a:ext>
            </a:extLst>
          </p:cNvPr>
          <p:cNvSpPr>
            <a:spLocks noGrp="1"/>
          </p:cNvSpPr>
          <p:nvPr>
            <p:ph type="sldNum" sz="quarter" idx="15"/>
          </p:nvPr>
        </p:nvSpPr>
        <p:spPr/>
        <p:txBody>
          <a:bodyPr/>
          <a:lstStyle/>
          <a:p>
            <a:fld id="{8FF9B0DE-3FEB-4AA0-B465-B80EF7C1333D}" type="slidenum">
              <a:rPr lang="en-US" smtClean="0"/>
              <a:pPr/>
              <a:t>2</a:t>
            </a:fld>
            <a:endParaRPr lang="en-US"/>
          </a:p>
        </p:txBody>
      </p:sp>
      <p:sp>
        <p:nvSpPr>
          <p:cNvPr id="7" name="文本占位符 6">
            <a:extLst>
              <a:ext uri="{FF2B5EF4-FFF2-40B4-BE49-F238E27FC236}">
                <a16:creationId xmlns:a16="http://schemas.microsoft.com/office/drawing/2014/main" id="{8AF59229-7DD8-F766-406C-121FA8A70DDF}"/>
              </a:ext>
            </a:extLst>
          </p:cNvPr>
          <p:cNvSpPr>
            <a:spLocks noGrp="1"/>
          </p:cNvSpPr>
          <p:nvPr>
            <p:ph type="body" sz="quarter" idx="13"/>
          </p:nvPr>
        </p:nvSpPr>
        <p:spPr/>
        <p:txBody>
          <a:bodyPr/>
          <a:lstStyle/>
          <a:p>
            <a:r>
              <a:rPr lang="zh-CN" altLang="en-US" dirty="0"/>
              <a:t>注：以上数据基于市场调研和行业估算，非官方披露数据</a:t>
            </a:r>
          </a:p>
        </p:txBody>
      </p:sp>
      <p:sp>
        <p:nvSpPr>
          <p:cNvPr id="8" name="页脚占位符 7">
            <a:extLst>
              <a:ext uri="{FF2B5EF4-FFF2-40B4-BE49-F238E27FC236}">
                <a16:creationId xmlns:a16="http://schemas.microsoft.com/office/drawing/2014/main" id="{FB9F8581-3E6F-D4FC-D264-DB3B3E11557C}"/>
              </a:ext>
            </a:extLst>
          </p:cNvPr>
          <p:cNvSpPr>
            <a:spLocks noGrp="1"/>
          </p:cNvSpPr>
          <p:nvPr>
            <p:ph type="ftr" sz="quarter" idx="21"/>
          </p:nvPr>
        </p:nvSpPr>
        <p:spPr/>
        <p:txBody>
          <a:bodyPr/>
          <a:lstStyle/>
          <a:p>
            <a:r>
              <a:rPr lang="en-US"/>
              <a:t>How-to slides     |     ONLY FOR INTERNAL USE</a:t>
            </a:r>
          </a:p>
        </p:txBody>
      </p:sp>
      <p:graphicFrame>
        <p:nvGraphicFramePr>
          <p:cNvPr id="9" name="Table 7">
            <a:extLst>
              <a:ext uri="{FF2B5EF4-FFF2-40B4-BE49-F238E27FC236}">
                <a16:creationId xmlns:a16="http://schemas.microsoft.com/office/drawing/2014/main" id="{FD3A5F17-D1BF-B51C-E804-193463B0C9E1}"/>
              </a:ext>
            </a:extLst>
          </p:cNvPr>
          <p:cNvGraphicFramePr>
            <a:graphicFrameLocks noGrp="1"/>
          </p:cNvGraphicFramePr>
          <p:nvPr>
            <p:extLst>
              <p:ext uri="{D42A27DB-BD31-4B8C-83A1-F6EECF244321}">
                <p14:modId xmlns:p14="http://schemas.microsoft.com/office/powerpoint/2010/main" val="1291739319"/>
              </p:ext>
            </p:extLst>
          </p:nvPr>
        </p:nvGraphicFramePr>
        <p:xfrm>
          <a:off x="397565" y="1067746"/>
          <a:ext cx="11385012" cy="2605896"/>
        </p:xfrm>
        <a:graphic>
          <a:graphicData uri="http://schemas.openxmlformats.org/drawingml/2006/table">
            <a:tbl>
              <a:tblPr firstRow="1" bandRow="1">
                <a:tableStyleId>{5C22544A-7EE6-4342-B048-85BDC9FD1C3A}</a:tableStyleId>
              </a:tblPr>
              <a:tblGrid>
                <a:gridCol w="655417">
                  <a:extLst>
                    <a:ext uri="{9D8B030D-6E8A-4147-A177-3AD203B41FA5}">
                      <a16:colId xmlns:a16="http://schemas.microsoft.com/office/drawing/2014/main" val="2950233786"/>
                    </a:ext>
                  </a:extLst>
                </a:gridCol>
                <a:gridCol w="703580">
                  <a:extLst>
                    <a:ext uri="{9D8B030D-6E8A-4147-A177-3AD203B41FA5}">
                      <a16:colId xmlns:a16="http://schemas.microsoft.com/office/drawing/2014/main" val="850504963"/>
                    </a:ext>
                  </a:extLst>
                </a:gridCol>
                <a:gridCol w="1724342">
                  <a:extLst>
                    <a:ext uri="{9D8B030D-6E8A-4147-A177-3AD203B41FA5}">
                      <a16:colId xmlns:a16="http://schemas.microsoft.com/office/drawing/2014/main" val="2247398761"/>
                    </a:ext>
                  </a:extLst>
                </a:gridCol>
                <a:gridCol w="4573905">
                  <a:extLst>
                    <a:ext uri="{9D8B030D-6E8A-4147-A177-3AD203B41FA5}">
                      <a16:colId xmlns:a16="http://schemas.microsoft.com/office/drawing/2014/main" val="1594308659"/>
                    </a:ext>
                  </a:extLst>
                </a:gridCol>
                <a:gridCol w="3727768">
                  <a:extLst>
                    <a:ext uri="{9D8B030D-6E8A-4147-A177-3AD203B41FA5}">
                      <a16:colId xmlns:a16="http://schemas.microsoft.com/office/drawing/2014/main" val="1040896870"/>
                    </a:ext>
                  </a:extLst>
                </a:gridCol>
              </a:tblGrid>
              <a:tr h="595336">
                <a:tc>
                  <a:txBody>
                    <a:bodyPr/>
                    <a:lstStyle/>
                    <a:p>
                      <a:r>
                        <a:rPr lang="zh-CN" altLang="en-US" sz="1200" b="0" dirty="0">
                          <a:latin typeface="+mn-lt"/>
                          <a:ea typeface="+mn-ea"/>
                        </a:rPr>
                        <a:t>药品类别</a:t>
                      </a:r>
                    </a:p>
                  </a:txBody>
                  <a:tcPr/>
                </a:tc>
                <a:tc>
                  <a:txBody>
                    <a:bodyPr/>
                    <a:lstStyle/>
                    <a:p>
                      <a:r>
                        <a:rPr lang="zh-CN" altLang="en-US" sz="1200" b="0" dirty="0">
                          <a:latin typeface="+mn-lt"/>
                          <a:ea typeface="+mn-ea"/>
                        </a:rPr>
                        <a:t>药品名</a:t>
                      </a:r>
                    </a:p>
                  </a:txBody>
                  <a:tcPr/>
                </a:tc>
                <a:tc>
                  <a:txBody>
                    <a:bodyPr/>
                    <a:lstStyle/>
                    <a:p>
                      <a:r>
                        <a:rPr lang="zh-CN" altLang="en-US" sz="1200" b="0" dirty="0">
                          <a:latin typeface="+mn-lt"/>
                          <a:ea typeface="+mn-ea"/>
                        </a:rPr>
                        <a:t>客户及疗效</a:t>
                      </a:r>
                    </a:p>
                  </a:txBody>
                  <a:tcPr/>
                </a:tc>
                <a:tc>
                  <a:txBody>
                    <a:bodyPr/>
                    <a:lstStyle/>
                    <a:p>
                      <a:r>
                        <a:rPr lang="zh-CN" altLang="en-US" sz="1200" b="0" dirty="0">
                          <a:latin typeface="+mn-lt"/>
                          <a:ea typeface="+mn-ea"/>
                        </a:rPr>
                        <a:t>竞争对手</a:t>
                      </a:r>
                    </a:p>
                  </a:txBody>
                  <a:tcPr/>
                </a:tc>
                <a:tc>
                  <a:txBody>
                    <a:bodyPr/>
                    <a:lstStyle/>
                    <a:p>
                      <a:r>
                        <a:rPr lang="en-US" altLang="zh-CN" sz="1200" b="0" dirty="0">
                          <a:latin typeface="+mn-lt"/>
                          <a:ea typeface="+mn-ea"/>
                        </a:rPr>
                        <a:t>2025</a:t>
                      </a:r>
                      <a:r>
                        <a:rPr lang="zh-CN" altLang="en-US" sz="1200" b="0" dirty="0">
                          <a:latin typeface="+mn-lt"/>
                          <a:ea typeface="+mn-ea"/>
                        </a:rPr>
                        <a:t>销量对比</a:t>
                      </a:r>
                    </a:p>
                  </a:txBody>
                  <a:tcPr/>
                </a:tc>
                <a:extLst>
                  <a:ext uri="{0D108BD9-81ED-4DB2-BD59-A6C34878D82A}">
                    <a16:rowId xmlns:a16="http://schemas.microsoft.com/office/drawing/2014/main" val="2053089953"/>
                  </a:ext>
                </a:extLst>
              </a:tr>
              <a:tr h="330742">
                <a:tc>
                  <a:txBody>
                    <a:bodyPr/>
                    <a:lstStyle/>
                    <a:p>
                      <a:r>
                        <a:rPr lang="zh-CN" altLang="en-US" sz="1200" b="0" kern="0" dirty="0">
                          <a:solidFill>
                            <a:srgbClr val="3C3C3C"/>
                          </a:solidFill>
                          <a:effectLst/>
                          <a:latin typeface="+mn-lt"/>
                          <a:ea typeface="+mn-ea"/>
                          <a:cs typeface="Arial" panose="020B0604020202020204" pitchFamily="34" charset="0"/>
                        </a:rPr>
                        <a:t>驱虫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0" dirty="0">
                          <a:solidFill>
                            <a:srgbClr val="3C3C3C"/>
                          </a:solidFill>
                          <a:effectLst/>
                          <a:latin typeface="+mn-lt"/>
                          <a:ea typeface="+mn-ea"/>
                          <a:cs typeface="Arial" panose="020B0604020202020204" pitchFamily="34" charset="0"/>
                        </a:rPr>
                        <a:t>超可信</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0" dirty="0">
                          <a:solidFill>
                            <a:srgbClr val="3C3C3C"/>
                          </a:solidFill>
                          <a:effectLst/>
                          <a:latin typeface="+mn-lt"/>
                          <a:ea typeface="+mn-ea"/>
                          <a:cs typeface="Arial" panose="020B0604020202020204" pitchFamily="34" charset="0"/>
                        </a:rPr>
                        <a:t>狗驱虫</a:t>
                      </a:r>
                      <a:r>
                        <a:rPr lang="zh-CN" altLang="en-US" sz="1200" b="0" kern="0" dirty="0">
                          <a:solidFill>
                            <a:srgbClr val="3C3C3C"/>
                          </a:solidFill>
                          <a:effectLst/>
                          <a:latin typeface="+mn-lt"/>
                          <a:ea typeface="+mn-ea"/>
                          <a:cs typeface="Arial" panose="020B0604020202020204" pitchFamily="34" charset="0"/>
                        </a:rPr>
                        <a:t>，内外同驱</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大宠爱（硕腾）、爱沃克（拜耳）</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超可信</a:t>
                      </a:r>
                      <a:r>
                        <a:rPr lang="en-US" altLang="zh-CN" sz="1200" b="0" kern="0" dirty="0">
                          <a:solidFill>
                            <a:srgbClr val="3C3C3C"/>
                          </a:solidFill>
                          <a:effectLst/>
                          <a:latin typeface="+mn-lt"/>
                          <a:ea typeface="+mn-ea"/>
                          <a:cs typeface="Arial" panose="020B0604020202020204" pitchFamily="34" charset="0"/>
                        </a:rPr>
                        <a:t>1.44</a:t>
                      </a:r>
                      <a:r>
                        <a:rPr lang="zh-CN" altLang="en-US" sz="1200" b="0" kern="0" dirty="0">
                          <a:solidFill>
                            <a:srgbClr val="3C3C3C"/>
                          </a:solidFill>
                          <a:effectLst/>
                          <a:latin typeface="+mn-lt"/>
                          <a:ea typeface="+mn-ea"/>
                          <a:cs typeface="Arial" panose="020B0604020202020204" pitchFamily="34" charset="0"/>
                        </a:rPr>
                        <a:t>亿元，</a:t>
                      </a:r>
                      <a:r>
                        <a:rPr lang="zh-CN" altLang="en-US" sz="1200" b="0" kern="0" dirty="0">
                          <a:solidFill>
                            <a:srgbClr val="3C3C3C"/>
                          </a:solidFill>
                          <a:effectLst/>
                          <a:highlight>
                            <a:srgbClr val="008000"/>
                          </a:highlight>
                          <a:latin typeface="+mn-lt"/>
                          <a:ea typeface="+mn-ea"/>
                          <a:cs typeface="Arial" panose="020B0604020202020204" pitchFamily="34" charset="0"/>
                        </a:rPr>
                        <a:t>大宠爱</a:t>
                      </a:r>
                      <a:r>
                        <a:rPr lang="en-US" altLang="zh-CN" sz="1200" b="0" kern="0" dirty="0">
                          <a:solidFill>
                            <a:srgbClr val="3C3C3C"/>
                          </a:solidFill>
                          <a:effectLst/>
                          <a:highlight>
                            <a:srgbClr val="008000"/>
                          </a:highlight>
                          <a:latin typeface="+mn-lt"/>
                          <a:ea typeface="+mn-ea"/>
                          <a:cs typeface="Arial" panose="020B0604020202020204" pitchFamily="34" charset="0"/>
                        </a:rPr>
                        <a:t>3.6</a:t>
                      </a:r>
                      <a:r>
                        <a:rPr lang="zh-CN" altLang="en-US" sz="1200" b="0" kern="0" dirty="0">
                          <a:solidFill>
                            <a:srgbClr val="3C3C3C"/>
                          </a:solidFill>
                          <a:effectLst/>
                          <a:highlight>
                            <a:srgbClr val="008000"/>
                          </a:highlight>
                          <a:latin typeface="+mn-lt"/>
                          <a:ea typeface="+mn-ea"/>
                          <a:cs typeface="Arial" panose="020B0604020202020204" pitchFamily="34" charset="0"/>
                        </a:rPr>
                        <a:t>亿元</a:t>
                      </a:r>
                      <a:r>
                        <a:rPr lang="zh-CN" altLang="en-US" sz="1200" b="0" kern="0" dirty="0">
                          <a:solidFill>
                            <a:srgbClr val="3C3C3C"/>
                          </a:solidFill>
                          <a:effectLst/>
                          <a:latin typeface="+mn-lt"/>
                          <a:ea typeface="+mn-ea"/>
                          <a:cs typeface="Arial" panose="020B0604020202020204" pitchFamily="34" charset="0"/>
                        </a:rPr>
                        <a:t>，爱沃克</a:t>
                      </a:r>
                      <a:r>
                        <a:rPr lang="en-US" altLang="zh-CN" sz="1200" b="0" kern="0" dirty="0">
                          <a:solidFill>
                            <a:srgbClr val="3C3C3C"/>
                          </a:solidFill>
                          <a:effectLst/>
                          <a:latin typeface="+mn-lt"/>
                          <a:ea typeface="+mn-ea"/>
                          <a:cs typeface="Arial" panose="020B0604020202020204" pitchFamily="34" charset="0"/>
                        </a:rPr>
                        <a:t>~2.4</a:t>
                      </a:r>
                      <a:r>
                        <a:rPr lang="zh-CN" altLang="en-US" sz="1200" b="0" kern="0" dirty="0">
                          <a:solidFill>
                            <a:srgbClr val="3C3C3C"/>
                          </a:solidFill>
                          <a:effectLst/>
                          <a:latin typeface="+mn-lt"/>
                          <a:ea typeface="+mn-ea"/>
                          <a:cs typeface="Arial" panose="020B0604020202020204" pitchFamily="34" charset="0"/>
                        </a:rPr>
                        <a:t>亿元</a:t>
                      </a:r>
                      <a:endParaRPr lang="zh-CN" altLang="zh-CN" sz="1200" b="0" kern="0" dirty="0">
                        <a:solidFill>
                          <a:srgbClr val="3C3C3C"/>
                        </a:solidFill>
                        <a:effectLst/>
                        <a:highlight>
                          <a:srgbClr val="008000"/>
                        </a:highlight>
                        <a:latin typeface="+mn-lt"/>
                        <a:ea typeface="+mn-ea"/>
                        <a:cs typeface="Arial" panose="020B0604020202020204" pitchFamily="34" charset="0"/>
                      </a:endParaRPr>
                    </a:p>
                  </a:txBody>
                  <a:tcPr/>
                </a:tc>
                <a:extLst>
                  <a:ext uri="{0D108BD9-81ED-4DB2-BD59-A6C34878D82A}">
                    <a16:rowId xmlns:a16="http://schemas.microsoft.com/office/drawing/2014/main" val="3691864867"/>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驱虫</a:t>
                      </a:r>
                    </a:p>
                  </a:txBody>
                  <a:tcPr/>
                </a:tc>
                <a:tc>
                  <a:txBody>
                    <a:bodyPr/>
                    <a:lstStyle/>
                    <a:p>
                      <a:r>
                        <a:rPr lang="zh-CN" altLang="zh-CN" sz="1200" b="0" kern="0" dirty="0">
                          <a:solidFill>
                            <a:srgbClr val="3C3C3C"/>
                          </a:solidFill>
                          <a:effectLst/>
                          <a:latin typeface="+mn-lt"/>
                          <a:ea typeface="+mn-ea"/>
                          <a:cs typeface="Arial" panose="020B0604020202020204" pitchFamily="34" charset="0"/>
                        </a:rPr>
                        <a:t>博来恩</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0" dirty="0">
                          <a:solidFill>
                            <a:srgbClr val="3C3C3C"/>
                          </a:solidFill>
                          <a:effectLst/>
                          <a:latin typeface="+mn-lt"/>
                          <a:ea typeface="+mn-ea"/>
                          <a:cs typeface="Arial" panose="020B0604020202020204" pitchFamily="34" charset="0"/>
                        </a:rPr>
                        <a:t>猫驱虫</a:t>
                      </a:r>
                      <a:r>
                        <a:rPr lang="zh-CN" altLang="en-US" sz="1200" b="0" kern="0" dirty="0">
                          <a:solidFill>
                            <a:srgbClr val="3C3C3C"/>
                          </a:solidFill>
                          <a:effectLst/>
                          <a:latin typeface="+mn-lt"/>
                          <a:ea typeface="+mn-ea"/>
                          <a:cs typeface="Arial" panose="020B0604020202020204" pitchFamily="34" charset="0"/>
                        </a:rPr>
                        <a:t>，内外同驱</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妙宠爱（硕腾）</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博来恩</a:t>
                      </a:r>
                      <a:r>
                        <a:rPr lang="en-US" altLang="zh-CN" sz="1200" b="0" kern="0" dirty="0">
                          <a:solidFill>
                            <a:srgbClr val="3C3C3C"/>
                          </a:solidFill>
                          <a:effectLst/>
                          <a:latin typeface="+mn-lt"/>
                          <a:ea typeface="+mn-ea"/>
                          <a:cs typeface="Arial" panose="020B0604020202020204" pitchFamily="34" charset="0"/>
                        </a:rPr>
                        <a:t>1.08</a:t>
                      </a:r>
                      <a:r>
                        <a:rPr lang="zh-CN" altLang="en-US" sz="1200" b="0" kern="0" dirty="0">
                          <a:solidFill>
                            <a:srgbClr val="3C3C3C"/>
                          </a:solidFill>
                          <a:effectLst/>
                          <a:latin typeface="+mn-lt"/>
                          <a:ea typeface="+mn-ea"/>
                          <a:cs typeface="Arial" panose="020B0604020202020204" pitchFamily="34" charset="0"/>
                        </a:rPr>
                        <a:t>亿元 ，</a:t>
                      </a:r>
                      <a:r>
                        <a:rPr lang="zh-CN" altLang="en-US" sz="1200" b="0" kern="0" dirty="0">
                          <a:solidFill>
                            <a:srgbClr val="3C3C3C"/>
                          </a:solidFill>
                          <a:effectLst/>
                          <a:highlight>
                            <a:srgbClr val="008000"/>
                          </a:highlight>
                          <a:latin typeface="+mn-lt"/>
                          <a:ea typeface="+mn-ea"/>
                          <a:cs typeface="Arial" panose="020B0604020202020204" pitchFamily="34" charset="0"/>
                        </a:rPr>
                        <a:t>妙宠爱</a:t>
                      </a:r>
                      <a:r>
                        <a:rPr lang="en-US" altLang="zh-CN" sz="1200" b="0" kern="0" dirty="0">
                          <a:solidFill>
                            <a:srgbClr val="3C3C3C"/>
                          </a:solidFill>
                          <a:effectLst/>
                          <a:highlight>
                            <a:srgbClr val="008000"/>
                          </a:highlight>
                          <a:latin typeface="+mn-lt"/>
                          <a:ea typeface="+mn-ea"/>
                          <a:cs typeface="Arial" panose="020B0604020202020204" pitchFamily="34" charset="0"/>
                        </a:rPr>
                        <a:t>1.8</a:t>
                      </a:r>
                      <a:r>
                        <a:rPr lang="zh-CN" altLang="en-US" sz="1200" b="0" kern="0" dirty="0">
                          <a:solidFill>
                            <a:srgbClr val="3C3C3C"/>
                          </a:solidFill>
                          <a:effectLst/>
                          <a:highlight>
                            <a:srgbClr val="008000"/>
                          </a:highlight>
                          <a:latin typeface="+mn-lt"/>
                          <a:ea typeface="+mn-ea"/>
                          <a:cs typeface="Arial" panose="020B0604020202020204" pitchFamily="34" charset="0"/>
                        </a:rPr>
                        <a:t>亿元</a:t>
                      </a:r>
                      <a:endParaRPr lang="zh-CN" altLang="zh-CN" sz="1200" b="0" kern="0" dirty="0">
                        <a:solidFill>
                          <a:srgbClr val="3C3C3C"/>
                        </a:solidFill>
                        <a:effectLst/>
                        <a:highlight>
                          <a:srgbClr val="008000"/>
                        </a:highlight>
                        <a:latin typeface="+mn-lt"/>
                        <a:ea typeface="+mn-ea"/>
                        <a:cs typeface="Arial" panose="020B0604020202020204" pitchFamily="34" charset="0"/>
                      </a:endParaRPr>
                    </a:p>
                  </a:txBody>
                  <a:tcPr/>
                </a:tc>
                <a:extLst>
                  <a:ext uri="{0D108BD9-81ED-4DB2-BD59-A6C34878D82A}">
                    <a16:rowId xmlns:a16="http://schemas.microsoft.com/office/drawing/2014/main" val="3952540345"/>
                  </a:ext>
                </a:extLst>
              </a:tr>
              <a:tr h="3568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驱虫</a:t>
                      </a:r>
                    </a:p>
                  </a:txBody>
                  <a:tcPr/>
                </a:tc>
                <a:tc>
                  <a:txBody>
                    <a:bodyPr/>
                    <a:lstStyle/>
                    <a:p>
                      <a:r>
                        <a:rPr lang="zh-CN" altLang="en-US" sz="1200" b="0" kern="0" dirty="0">
                          <a:solidFill>
                            <a:schemeClr val="tx1"/>
                          </a:solidFill>
                          <a:effectLst/>
                          <a:latin typeface="+mn-lt"/>
                          <a:ea typeface="+mn-ea"/>
                          <a:cs typeface="Arial" panose="020B0604020202020204" pitchFamily="34" charset="0"/>
                        </a:rPr>
                        <a:t>福味恩</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狗驱虫，口服外驱</a:t>
                      </a:r>
                      <a:endParaRPr lang="zh-CN" altLang="zh-CN" sz="1200" b="0" kern="0" dirty="0">
                        <a:solidFill>
                          <a:schemeClr val="tx1"/>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贝卫多（默沙东）、欣宠克（礼蓝）</a:t>
                      </a:r>
                      <a:endParaRPr lang="zh-CN" altLang="zh-CN" sz="1200" b="0" kern="0" dirty="0">
                        <a:solidFill>
                          <a:schemeClr val="tx1"/>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福味恩</a:t>
                      </a:r>
                      <a:r>
                        <a:rPr lang="en-US" altLang="zh-CN" sz="1200" b="0" kern="0" dirty="0">
                          <a:solidFill>
                            <a:srgbClr val="3C3C3C"/>
                          </a:solidFill>
                          <a:effectLst/>
                          <a:latin typeface="+mn-lt"/>
                          <a:ea typeface="+mn-ea"/>
                          <a:cs typeface="Arial" panose="020B0604020202020204" pitchFamily="34" charset="0"/>
                        </a:rPr>
                        <a:t>0.48</a:t>
                      </a:r>
                      <a:r>
                        <a:rPr lang="zh-CN" altLang="en-US" sz="1200" b="0" kern="0" dirty="0">
                          <a:solidFill>
                            <a:srgbClr val="3C3C3C"/>
                          </a:solidFill>
                          <a:effectLst/>
                          <a:latin typeface="+mn-lt"/>
                          <a:ea typeface="+mn-ea"/>
                          <a:cs typeface="Arial" panose="020B0604020202020204" pitchFamily="34" charset="0"/>
                        </a:rPr>
                        <a:t>亿元，</a:t>
                      </a:r>
                      <a:r>
                        <a:rPr lang="zh-CN" altLang="en-US" sz="1200" b="0" kern="0" dirty="0">
                          <a:solidFill>
                            <a:srgbClr val="3C3C3C"/>
                          </a:solidFill>
                          <a:effectLst/>
                          <a:highlight>
                            <a:srgbClr val="008000"/>
                          </a:highlight>
                          <a:latin typeface="+mn-lt"/>
                          <a:ea typeface="+mn-ea"/>
                          <a:cs typeface="Arial" panose="020B0604020202020204" pitchFamily="34" charset="0"/>
                        </a:rPr>
                        <a:t>贝卫多</a:t>
                      </a:r>
                      <a:r>
                        <a:rPr lang="en-US" altLang="zh-CN" sz="1200" b="0" kern="0" dirty="0">
                          <a:solidFill>
                            <a:srgbClr val="3C3C3C"/>
                          </a:solidFill>
                          <a:effectLst/>
                          <a:highlight>
                            <a:srgbClr val="008000"/>
                          </a:highlight>
                          <a:latin typeface="+mn-lt"/>
                          <a:ea typeface="+mn-ea"/>
                          <a:cs typeface="Arial" panose="020B0604020202020204" pitchFamily="34" charset="0"/>
                        </a:rPr>
                        <a:t>1.2</a:t>
                      </a:r>
                      <a:r>
                        <a:rPr lang="zh-CN" altLang="en-US" sz="1200" b="0" kern="0" dirty="0">
                          <a:solidFill>
                            <a:srgbClr val="3C3C3C"/>
                          </a:solidFill>
                          <a:effectLst/>
                          <a:highlight>
                            <a:srgbClr val="008000"/>
                          </a:highlight>
                          <a:latin typeface="+mn-lt"/>
                          <a:ea typeface="+mn-ea"/>
                          <a:cs typeface="Arial" panose="020B0604020202020204" pitchFamily="34" charset="0"/>
                        </a:rPr>
                        <a:t>亿元</a:t>
                      </a:r>
                      <a:r>
                        <a:rPr lang="zh-CN" altLang="en-US" sz="1200" b="0" kern="0" dirty="0">
                          <a:solidFill>
                            <a:srgbClr val="3C3C3C"/>
                          </a:solidFill>
                          <a:effectLst/>
                          <a:latin typeface="+mn-lt"/>
                          <a:ea typeface="+mn-ea"/>
                          <a:cs typeface="Arial" panose="020B0604020202020204" pitchFamily="34" charset="0"/>
                        </a:rPr>
                        <a:t>，欣宠克</a:t>
                      </a:r>
                      <a:r>
                        <a:rPr lang="en-US" altLang="zh-CN" sz="1200" b="0" kern="0" dirty="0">
                          <a:solidFill>
                            <a:srgbClr val="3C3C3C"/>
                          </a:solidFill>
                          <a:effectLst/>
                          <a:latin typeface="+mn-lt"/>
                          <a:ea typeface="+mn-ea"/>
                          <a:cs typeface="Arial" panose="020B0604020202020204" pitchFamily="34" charset="0"/>
                        </a:rPr>
                        <a:t>~0.6</a:t>
                      </a:r>
                      <a:r>
                        <a:rPr lang="zh-CN" altLang="en-US" sz="1200" b="0" kern="0" dirty="0">
                          <a:solidFill>
                            <a:srgbClr val="3C3C3C"/>
                          </a:solidFill>
                          <a:effectLst/>
                          <a:latin typeface="+mn-lt"/>
                          <a:ea typeface="+mn-ea"/>
                          <a:cs typeface="Arial" panose="020B0604020202020204" pitchFamily="34" charset="0"/>
                        </a:rPr>
                        <a:t>亿元</a:t>
                      </a:r>
                      <a:endParaRPr lang="zh-CN" altLang="zh-CN" sz="1200" b="0" kern="0" dirty="0">
                        <a:solidFill>
                          <a:srgbClr val="3C3C3C"/>
                        </a:solidFill>
                        <a:effectLst/>
                        <a:latin typeface="+mn-lt"/>
                        <a:ea typeface="+mn-ea"/>
                        <a:cs typeface="Arial" panose="020B0604020202020204" pitchFamily="34" charset="0"/>
                      </a:endParaRPr>
                    </a:p>
                  </a:txBody>
                  <a:tcPr/>
                </a:tc>
                <a:extLst>
                  <a:ext uri="{0D108BD9-81ED-4DB2-BD59-A6C34878D82A}">
                    <a16:rowId xmlns:a16="http://schemas.microsoft.com/office/drawing/2014/main" val="493017518"/>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驱虫</a:t>
                      </a:r>
                    </a:p>
                  </a:txBody>
                  <a:tcPr/>
                </a:tc>
                <a:tc>
                  <a:txBody>
                    <a:bodyPr/>
                    <a:lstStyle/>
                    <a:p>
                      <a:r>
                        <a:rPr lang="zh-CN" altLang="en-US" sz="1200" b="0" kern="0" dirty="0">
                          <a:solidFill>
                            <a:schemeClr val="tx1"/>
                          </a:solidFill>
                          <a:effectLst/>
                          <a:latin typeface="+mn-lt"/>
                          <a:ea typeface="+mn-ea"/>
                          <a:cs typeface="Arial" panose="020B0604020202020204" pitchFamily="34" charset="0"/>
                        </a:rPr>
                        <a:t>尼可信</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狗驱虫，口服外驱</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贝卫多（默沙东）、欣宠克（礼蓝）</a:t>
                      </a:r>
                      <a:endParaRPr lang="zh-CN" altLang="zh-CN" sz="1200" b="0" kern="0" dirty="0">
                        <a:solidFill>
                          <a:schemeClr val="tx1"/>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尼可信</a:t>
                      </a:r>
                      <a:r>
                        <a:rPr lang="en-US" altLang="zh-CN" sz="1200" b="0" kern="0" dirty="0">
                          <a:solidFill>
                            <a:srgbClr val="3C3C3C"/>
                          </a:solidFill>
                          <a:effectLst/>
                          <a:latin typeface="+mn-lt"/>
                          <a:ea typeface="+mn-ea"/>
                          <a:cs typeface="Arial" panose="020B0604020202020204" pitchFamily="34" charset="0"/>
                        </a:rPr>
                        <a:t>0.72</a:t>
                      </a:r>
                      <a:r>
                        <a:rPr lang="zh-CN" altLang="en-US" sz="1200" b="0" kern="0" dirty="0">
                          <a:solidFill>
                            <a:srgbClr val="3C3C3C"/>
                          </a:solidFill>
                          <a:effectLst/>
                          <a:latin typeface="+mn-lt"/>
                          <a:ea typeface="+mn-ea"/>
                          <a:cs typeface="Arial" panose="020B0604020202020204" pitchFamily="34" charset="0"/>
                        </a:rPr>
                        <a:t>亿元 ，</a:t>
                      </a:r>
                      <a:r>
                        <a:rPr lang="en-US" altLang="zh-CN" sz="1200" b="0" kern="0" dirty="0">
                          <a:solidFill>
                            <a:srgbClr val="3C3C3C"/>
                          </a:solidFill>
                          <a:effectLst/>
                          <a:latin typeface="+mn-lt"/>
                          <a:ea typeface="+mn-ea"/>
                          <a:cs typeface="Arial" panose="020B0604020202020204" pitchFamily="34" charset="0"/>
                        </a:rPr>
                        <a:t> </a:t>
                      </a:r>
                      <a:r>
                        <a:rPr lang="zh-CN" altLang="en-US" sz="1200" b="0" kern="0" dirty="0">
                          <a:solidFill>
                            <a:srgbClr val="3C3C3C"/>
                          </a:solidFill>
                          <a:effectLst/>
                          <a:highlight>
                            <a:srgbClr val="008000"/>
                          </a:highlight>
                          <a:latin typeface="+mn-lt"/>
                          <a:ea typeface="+mn-ea"/>
                          <a:cs typeface="Arial" panose="020B0604020202020204" pitchFamily="34" charset="0"/>
                        </a:rPr>
                        <a:t>贝卫多</a:t>
                      </a:r>
                      <a:r>
                        <a:rPr lang="en-US" altLang="zh-CN" sz="1200" b="0" kern="0" dirty="0">
                          <a:solidFill>
                            <a:srgbClr val="3C3C3C"/>
                          </a:solidFill>
                          <a:effectLst/>
                          <a:highlight>
                            <a:srgbClr val="008000"/>
                          </a:highlight>
                          <a:latin typeface="+mn-lt"/>
                          <a:ea typeface="+mn-ea"/>
                          <a:cs typeface="Arial" panose="020B0604020202020204" pitchFamily="34" charset="0"/>
                        </a:rPr>
                        <a:t>1.2</a:t>
                      </a:r>
                      <a:r>
                        <a:rPr lang="zh-CN" altLang="en-US" sz="1200" b="0" kern="0" dirty="0">
                          <a:solidFill>
                            <a:srgbClr val="3C3C3C"/>
                          </a:solidFill>
                          <a:effectLst/>
                          <a:highlight>
                            <a:srgbClr val="008000"/>
                          </a:highlight>
                          <a:latin typeface="+mn-lt"/>
                          <a:ea typeface="+mn-ea"/>
                          <a:cs typeface="Arial" panose="020B0604020202020204" pitchFamily="34" charset="0"/>
                        </a:rPr>
                        <a:t>亿元</a:t>
                      </a:r>
                      <a:r>
                        <a:rPr lang="zh-CN" altLang="en-US" sz="1200" b="0" kern="0" dirty="0">
                          <a:solidFill>
                            <a:srgbClr val="3C3C3C"/>
                          </a:solidFill>
                          <a:effectLst/>
                          <a:latin typeface="+mn-lt"/>
                          <a:ea typeface="+mn-ea"/>
                          <a:cs typeface="Arial" panose="020B0604020202020204" pitchFamily="34" charset="0"/>
                        </a:rPr>
                        <a:t>，欣宠克</a:t>
                      </a:r>
                      <a:r>
                        <a:rPr lang="en-US" altLang="zh-CN" sz="1200" b="0" kern="0" dirty="0">
                          <a:solidFill>
                            <a:srgbClr val="3C3C3C"/>
                          </a:solidFill>
                          <a:effectLst/>
                          <a:latin typeface="+mn-lt"/>
                          <a:ea typeface="+mn-ea"/>
                          <a:cs typeface="Arial" panose="020B0604020202020204" pitchFamily="34" charset="0"/>
                        </a:rPr>
                        <a:t>~0.6</a:t>
                      </a:r>
                      <a:r>
                        <a:rPr lang="zh-CN" altLang="en-US" sz="1200" b="0" kern="0" dirty="0">
                          <a:solidFill>
                            <a:srgbClr val="3C3C3C"/>
                          </a:solidFill>
                          <a:effectLst/>
                          <a:latin typeface="+mn-lt"/>
                          <a:ea typeface="+mn-ea"/>
                          <a:cs typeface="Arial" panose="020B0604020202020204" pitchFamily="34" charset="0"/>
                        </a:rPr>
                        <a:t>亿元</a:t>
                      </a:r>
                      <a:endParaRPr lang="zh-CN" altLang="zh-CN" sz="1200" b="0" kern="0" dirty="0">
                        <a:solidFill>
                          <a:srgbClr val="3C3C3C"/>
                        </a:solidFill>
                        <a:effectLst/>
                        <a:highlight>
                          <a:srgbClr val="008000"/>
                        </a:highlight>
                        <a:latin typeface="+mn-lt"/>
                        <a:ea typeface="+mn-ea"/>
                        <a:cs typeface="Arial" panose="020B0604020202020204" pitchFamily="34" charset="0"/>
                      </a:endParaRPr>
                    </a:p>
                  </a:txBody>
                  <a:tcPr/>
                </a:tc>
                <a:extLst>
                  <a:ext uri="{0D108BD9-81ED-4DB2-BD59-A6C34878D82A}">
                    <a16:rowId xmlns:a16="http://schemas.microsoft.com/office/drawing/2014/main" val="2445362263"/>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驱虫</a:t>
                      </a:r>
                    </a:p>
                  </a:txBody>
                  <a:tcPr/>
                </a:tc>
                <a:tc>
                  <a:txBody>
                    <a:bodyPr/>
                    <a:lstStyle/>
                    <a:p>
                      <a:r>
                        <a:rPr lang="zh-CN" altLang="zh-CN" sz="1200" b="0" kern="0" dirty="0">
                          <a:solidFill>
                            <a:srgbClr val="3C3C3C"/>
                          </a:solidFill>
                          <a:effectLst/>
                          <a:latin typeface="+mn-lt"/>
                          <a:ea typeface="+mn-ea"/>
                          <a:cs typeface="Arial" panose="020B0604020202020204" pitchFamily="34" charset="0"/>
                        </a:rPr>
                        <a:t>福来恩</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0" dirty="0">
                          <a:solidFill>
                            <a:srgbClr val="3C3C3C"/>
                          </a:solidFill>
                          <a:effectLst/>
                          <a:latin typeface="+mn-lt"/>
                          <a:ea typeface="+mn-ea"/>
                          <a:cs typeface="Arial" panose="020B0604020202020204" pitchFamily="34" charset="0"/>
                        </a:rPr>
                        <a:t>狗驱虫</a:t>
                      </a:r>
                      <a:r>
                        <a:rPr lang="zh-CN" altLang="en-US" sz="1200" b="0" kern="0" dirty="0">
                          <a:solidFill>
                            <a:srgbClr val="3C3C3C"/>
                          </a:solidFill>
                          <a:effectLst/>
                          <a:latin typeface="+mn-lt"/>
                          <a:ea typeface="+mn-ea"/>
                          <a:cs typeface="Arial" panose="020B0604020202020204" pitchFamily="34" charset="0"/>
                        </a:rPr>
                        <a:t>，滴剂外驱</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拜宠爽（拜耳）、恩倍多（瑞普生物）</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福来恩</a:t>
                      </a:r>
                      <a:r>
                        <a:rPr lang="en-US" altLang="zh-CN" sz="1200" b="0" kern="0" dirty="0">
                          <a:solidFill>
                            <a:srgbClr val="3C3C3C"/>
                          </a:solidFill>
                          <a:effectLst/>
                          <a:latin typeface="+mn-lt"/>
                          <a:ea typeface="+mn-ea"/>
                          <a:cs typeface="Arial" panose="020B0604020202020204" pitchFamily="34" charset="0"/>
                        </a:rPr>
                        <a:t>1.44</a:t>
                      </a:r>
                      <a:r>
                        <a:rPr lang="zh-CN" altLang="en-US" sz="1200" b="0" kern="0" dirty="0">
                          <a:solidFill>
                            <a:srgbClr val="3C3C3C"/>
                          </a:solidFill>
                          <a:effectLst/>
                          <a:latin typeface="+mn-lt"/>
                          <a:ea typeface="+mn-ea"/>
                          <a:cs typeface="Arial" panose="020B0604020202020204" pitchFamily="34" charset="0"/>
                        </a:rPr>
                        <a:t>亿元 ，</a:t>
                      </a:r>
                      <a:r>
                        <a:rPr lang="zh-CN" altLang="en-US" sz="1200" b="0" kern="0" dirty="0">
                          <a:solidFill>
                            <a:srgbClr val="3C3C3C"/>
                          </a:solidFill>
                          <a:effectLst/>
                          <a:highlight>
                            <a:srgbClr val="008000"/>
                          </a:highlight>
                          <a:latin typeface="+mn-lt"/>
                          <a:ea typeface="+mn-ea"/>
                          <a:cs typeface="Arial" panose="020B0604020202020204" pitchFamily="34" charset="0"/>
                        </a:rPr>
                        <a:t>拜宠爽</a:t>
                      </a:r>
                      <a:r>
                        <a:rPr lang="en-US" altLang="zh-CN" sz="1200" b="0" kern="0" dirty="0">
                          <a:solidFill>
                            <a:srgbClr val="3C3C3C"/>
                          </a:solidFill>
                          <a:effectLst/>
                          <a:highlight>
                            <a:srgbClr val="008000"/>
                          </a:highlight>
                          <a:latin typeface="+mn-lt"/>
                          <a:ea typeface="+mn-ea"/>
                          <a:cs typeface="Arial" panose="020B0604020202020204" pitchFamily="34" charset="0"/>
                        </a:rPr>
                        <a:t>1.2</a:t>
                      </a:r>
                      <a:r>
                        <a:rPr lang="zh-CN" altLang="en-US" sz="1200" b="0" kern="0" dirty="0">
                          <a:solidFill>
                            <a:srgbClr val="3C3C3C"/>
                          </a:solidFill>
                          <a:effectLst/>
                          <a:highlight>
                            <a:srgbClr val="008000"/>
                          </a:highlight>
                          <a:latin typeface="+mn-lt"/>
                          <a:ea typeface="+mn-ea"/>
                          <a:cs typeface="Arial" panose="020B0604020202020204" pitchFamily="34" charset="0"/>
                        </a:rPr>
                        <a:t>亿元</a:t>
                      </a:r>
                      <a:r>
                        <a:rPr lang="zh-CN" altLang="en-US" sz="1200" b="0" kern="0" dirty="0">
                          <a:solidFill>
                            <a:srgbClr val="3C3C3C"/>
                          </a:solidFill>
                          <a:effectLst/>
                          <a:latin typeface="+mn-lt"/>
                          <a:ea typeface="+mn-ea"/>
                          <a:cs typeface="Arial" panose="020B0604020202020204" pitchFamily="34" charset="0"/>
                        </a:rPr>
                        <a:t>，恩倍多</a:t>
                      </a:r>
                      <a:r>
                        <a:rPr lang="en-US" altLang="zh-CN" sz="1200" b="0" kern="0" dirty="0">
                          <a:solidFill>
                            <a:srgbClr val="3C3C3C"/>
                          </a:solidFill>
                          <a:effectLst/>
                          <a:latin typeface="+mn-lt"/>
                          <a:ea typeface="+mn-ea"/>
                          <a:cs typeface="Arial" panose="020B0604020202020204" pitchFamily="34" charset="0"/>
                        </a:rPr>
                        <a:t>~0.8</a:t>
                      </a:r>
                      <a:r>
                        <a:rPr lang="zh-CN" altLang="en-US" sz="1200" b="0" kern="0" dirty="0">
                          <a:solidFill>
                            <a:srgbClr val="3C3C3C"/>
                          </a:solidFill>
                          <a:effectLst/>
                          <a:latin typeface="+mn-lt"/>
                          <a:ea typeface="+mn-ea"/>
                          <a:cs typeface="Arial" panose="020B0604020202020204" pitchFamily="34" charset="0"/>
                        </a:rPr>
                        <a:t>亿元</a:t>
                      </a:r>
                      <a:endParaRPr lang="zh-CN" altLang="zh-CN" sz="1200" b="0" kern="0" dirty="0">
                        <a:solidFill>
                          <a:srgbClr val="3C3C3C"/>
                        </a:solidFill>
                        <a:effectLst/>
                        <a:highlight>
                          <a:srgbClr val="008000"/>
                        </a:highlight>
                        <a:latin typeface="+mn-lt"/>
                        <a:ea typeface="+mn-ea"/>
                        <a:cs typeface="Arial" panose="020B0604020202020204" pitchFamily="34" charset="0"/>
                      </a:endParaRPr>
                    </a:p>
                  </a:txBody>
                  <a:tcPr/>
                </a:tc>
                <a:extLst>
                  <a:ext uri="{0D108BD9-81ED-4DB2-BD59-A6C34878D82A}">
                    <a16:rowId xmlns:a16="http://schemas.microsoft.com/office/drawing/2014/main" val="4262571619"/>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驱虫</a:t>
                      </a:r>
                    </a:p>
                  </a:txBody>
                  <a:tcPr/>
                </a:tc>
                <a:tc>
                  <a:txBody>
                    <a:bodyPr/>
                    <a:lstStyle/>
                    <a:p>
                      <a:r>
                        <a:rPr lang="zh-CN" altLang="zh-CN" sz="1200" b="0" kern="0" dirty="0">
                          <a:solidFill>
                            <a:srgbClr val="3C3C3C"/>
                          </a:solidFill>
                          <a:effectLst/>
                          <a:latin typeface="+mn-lt"/>
                          <a:ea typeface="+mn-ea"/>
                          <a:cs typeface="Arial" panose="020B0604020202020204" pitchFamily="34" charset="0"/>
                        </a:rPr>
                        <a:t>犬心保</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0" dirty="0">
                          <a:solidFill>
                            <a:srgbClr val="3C3C3C"/>
                          </a:solidFill>
                          <a:effectLst/>
                          <a:latin typeface="+mn-lt"/>
                          <a:ea typeface="+mn-ea"/>
                          <a:cs typeface="Arial" panose="020B0604020202020204" pitchFamily="34" charset="0"/>
                        </a:rPr>
                        <a:t>狗驱虫</a:t>
                      </a:r>
                      <a:r>
                        <a:rPr lang="zh-CN" altLang="en-US" sz="1200" b="0" kern="0" dirty="0">
                          <a:solidFill>
                            <a:srgbClr val="3C3C3C"/>
                          </a:solidFill>
                          <a:effectLst/>
                          <a:latin typeface="+mn-lt"/>
                          <a:ea typeface="+mn-ea"/>
                          <a:cs typeface="Arial" panose="020B0604020202020204" pitchFamily="34" charset="0"/>
                        </a:rPr>
                        <a:t>，口服内驱</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拜宠清（拜耳）、海乐妙（海正动保）、肠虫清（普安特）</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犬心保</a:t>
                      </a:r>
                      <a:r>
                        <a:rPr lang="en-US" altLang="zh-CN" sz="1200" b="0" kern="0" dirty="0">
                          <a:solidFill>
                            <a:srgbClr val="3C3C3C"/>
                          </a:solidFill>
                          <a:effectLst/>
                          <a:latin typeface="+mn-lt"/>
                          <a:ea typeface="+mn-ea"/>
                          <a:cs typeface="Arial" panose="020B0604020202020204" pitchFamily="34" charset="0"/>
                        </a:rPr>
                        <a:t>0.60</a:t>
                      </a:r>
                      <a:r>
                        <a:rPr lang="zh-CN" altLang="en-US" sz="1200" b="0" kern="0" dirty="0">
                          <a:solidFill>
                            <a:srgbClr val="3C3C3C"/>
                          </a:solidFill>
                          <a:effectLst/>
                          <a:latin typeface="+mn-lt"/>
                          <a:ea typeface="+mn-ea"/>
                          <a:cs typeface="Arial" panose="020B0604020202020204" pitchFamily="34" charset="0"/>
                        </a:rPr>
                        <a:t>亿元 ，</a:t>
                      </a:r>
                      <a:r>
                        <a:rPr lang="zh-CN" altLang="en-US" sz="1200" b="0" kern="0" dirty="0">
                          <a:solidFill>
                            <a:srgbClr val="3C3C3C"/>
                          </a:solidFill>
                          <a:effectLst/>
                          <a:highlight>
                            <a:srgbClr val="008000"/>
                          </a:highlight>
                          <a:latin typeface="+mn-lt"/>
                          <a:ea typeface="+mn-ea"/>
                          <a:cs typeface="Arial" panose="020B0604020202020204" pitchFamily="34" charset="0"/>
                        </a:rPr>
                        <a:t>拜宠清</a:t>
                      </a:r>
                      <a:r>
                        <a:rPr lang="en-US" altLang="zh-CN" sz="1200" b="0" kern="0" dirty="0">
                          <a:solidFill>
                            <a:srgbClr val="3C3C3C"/>
                          </a:solidFill>
                          <a:effectLst/>
                          <a:highlight>
                            <a:srgbClr val="008000"/>
                          </a:highlight>
                          <a:latin typeface="+mn-lt"/>
                          <a:ea typeface="+mn-ea"/>
                          <a:cs typeface="Arial" panose="020B0604020202020204" pitchFamily="34" charset="0"/>
                        </a:rPr>
                        <a:t>1.8</a:t>
                      </a:r>
                      <a:r>
                        <a:rPr lang="zh-CN" altLang="en-US" sz="1200" b="0" kern="0" dirty="0">
                          <a:solidFill>
                            <a:srgbClr val="3C3C3C"/>
                          </a:solidFill>
                          <a:effectLst/>
                          <a:highlight>
                            <a:srgbClr val="008000"/>
                          </a:highlight>
                          <a:latin typeface="+mn-lt"/>
                          <a:ea typeface="+mn-ea"/>
                          <a:cs typeface="Arial" panose="020B0604020202020204" pitchFamily="34" charset="0"/>
                        </a:rPr>
                        <a:t>亿元</a:t>
                      </a:r>
                      <a:r>
                        <a:rPr lang="zh-CN" altLang="en-US" sz="1200" b="0" kern="0" dirty="0">
                          <a:solidFill>
                            <a:srgbClr val="3C3C3C"/>
                          </a:solidFill>
                          <a:effectLst/>
                          <a:latin typeface="+mn-lt"/>
                          <a:ea typeface="+mn-ea"/>
                          <a:cs typeface="Arial" panose="020B0604020202020204" pitchFamily="34" charset="0"/>
                        </a:rPr>
                        <a:t>，</a:t>
                      </a:r>
                      <a:r>
                        <a:rPr lang="zh-CN" altLang="en-US" sz="1200" b="0" kern="0" dirty="0">
                          <a:solidFill>
                            <a:srgbClr val="3C3C3C"/>
                          </a:solidFill>
                          <a:effectLst/>
                          <a:highlight>
                            <a:srgbClr val="008000"/>
                          </a:highlight>
                          <a:latin typeface="+mn-lt"/>
                          <a:ea typeface="+mn-ea"/>
                          <a:cs typeface="Arial" panose="020B0604020202020204" pitchFamily="34" charset="0"/>
                        </a:rPr>
                        <a:t>海乐妙</a:t>
                      </a:r>
                      <a:r>
                        <a:rPr lang="en-US" altLang="zh-CN" sz="1200" b="0" kern="0" dirty="0">
                          <a:solidFill>
                            <a:srgbClr val="3C3C3C"/>
                          </a:solidFill>
                          <a:effectLst/>
                          <a:highlight>
                            <a:srgbClr val="008000"/>
                          </a:highlight>
                          <a:latin typeface="+mn-lt"/>
                          <a:ea typeface="+mn-ea"/>
                          <a:cs typeface="Arial" panose="020B0604020202020204" pitchFamily="34" charset="0"/>
                        </a:rPr>
                        <a:t>~1.5</a:t>
                      </a:r>
                      <a:r>
                        <a:rPr lang="zh-CN" altLang="en-US" sz="1200" b="0" kern="0" dirty="0">
                          <a:solidFill>
                            <a:srgbClr val="3C3C3C"/>
                          </a:solidFill>
                          <a:effectLst/>
                          <a:highlight>
                            <a:srgbClr val="008000"/>
                          </a:highlight>
                          <a:latin typeface="+mn-lt"/>
                          <a:ea typeface="+mn-ea"/>
                          <a:cs typeface="Arial" panose="020B0604020202020204" pitchFamily="34" charset="0"/>
                        </a:rPr>
                        <a:t>亿元</a:t>
                      </a:r>
                      <a:endParaRPr lang="zh-CN" altLang="zh-CN" sz="1200" b="0" kern="0" dirty="0">
                        <a:solidFill>
                          <a:srgbClr val="3C3C3C"/>
                        </a:solidFill>
                        <a:effectLst/>
                        <a:highlight>
                          <a:srgbClr val="008000"/>
                        </a:highlight>
                        <a:latin typeface="+mn-lt"/>
                        <a:ea typeface="+mn-ea"/>
                        <a:cs typeface="Arial" panose="020B0604020202020204" pitchFamily="34" charset="0"/>
                      </a:endParaRPr>
                    </a:p>
                  </a:txBody>
                  <a:tcPr/>
                </a:tc>
                <a:extLst>
                  <a:ext uri="{0D108BD9-81ED-4DB2-BD59-A6C34878D82A}">
                    <a16:rowId xmlns:a16="http://schemas.microsoft.com/office/drawing/2014/main" val="2543819192"/>
                  </a:ext>
                </a:extLst>
              </a:tr>
            </a:tbl>
          </a:graphicData>
        </a:graphic>
      </p:graphicFrame>
    </p:spTree>
    <p:extLst>
      <p:ext uri="{BB962C8B-B14F-4D97-AF65-F5344CB8AC3E}">
        <p14:creationId xmlns:p14="http://schemas.microsoft.com/office/powerpoint/2010/main" val="1725615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653CD-082F-1C78-33CC-7B9F500B55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4BCC1C-EB6C-E7B4-6F5E-6C747371731C}"/>
              </a:ext>
            </a:extLst>
          </p:cNvPr>
          <p:cNvSpPr>
            <a:spLocks noGrp="1"/>
          </p:cNvSpPr>
          <p:nvPr>
            <p:ph type="title"/>
          </p:nvPr>
        </p:nvSpPr>
        <p:spPr/>
        <p:txBody>
          <a:bodyPr/>
          <a:lstStyle/>
          <a:p>
            <a:r>
              <a:rPr lang="en-US" altLang="zh-CN" dirty="0"/>
              <a:t>Major Competitors in China Market – To C (Non-Prescription Only)</a:t>
            </a:r>
            <a:endParaRPr lang="zh-CN" altLang="en-US" dirty="0"/>
          </a:p>
        </p:txBody>
      </p:sp>
      <p:sp>
        <p:nvSpPr>
          <p:cNvPr id="6" name="灯片编号占位符 5">
            <a:extLst>
              <a:ext uri="{FF2B5EF4-FFF2-40B4-BE49-F238E27FC236}">
                <a16:creationId xmlns:a16="http://schemas.microsoft.com/office/drawing/2014/main" id="{B05E8C1B-6E10-4689-6279-4F2376DE7FCE}"/>
              </a:ext>
            </a:extLst>
          </p:cNvPr>
          <p:cNvSpPr>
            <a:spLocks noGrp="1"/>
          </p:cNvSpPr>
          <p:nvPr>
            <p:ph type="sldNum" sz="quarter" idx="15"/>
          </p:nvPr>
        </p:nvSpPr>
        <p:spPr/>
        <p:txBody>
          <a:bodyPr/>
          <a:lstStyle/>
          <a:p>
            <a:fld id="{8FF9B0DE-3FEB-4AA0-B465-B80EF7C1333D}" type="slidenum">
              <a:rPr lang="en-US" smtClean="0"/>
              <a:pPr/>
              <a:t>3</a:t>
            </a:fld>
            <a:endParaRPr lang="en-US"/>
          </a:p>
        </p:txBody>
      </p:sp>
      <p:sp>
        <p:nvSpPr>
          <p:cNvPr id="7" name="文本占位符 6">
            <a:extLst>
              <a:ext uri="{FF2B5EF4-FFF2-40B4-BE49-F238E27FC236}">
                <a16:creationId xmlns:a16="http://schemas.microsoft.com/office/drawing/2014/main" id="{991345C4-FC12-D4AB-EB0E-28D47A12AF9F}"/>
              </a:ext>
            </a:extLst>
          </p:cNvPr>
          <p:cNvSpPr>
            <a:spLocks noGrp="1"/>
          </p:cNvSpPr>
          <p:nvPr>
            <p:ph type="body" sz="quarter" idx="13"/>
          </p:nvPr>
        </p:nvSpPr>
        <p:spPr/>
        <p:txBody>
          <a:bodyPr/>
          <a:lstStyle/>
          <a:p>
            <a:r>
              <a:rPr lang="zh-CN" altLang="en-US" dirty="0"/>
              <a:t>注：以上数据基于市场调研和行业估算，非官方披露数据</a:t>
            </a:r>
          </a:p>
        </p:txBody>
      </p:sp>
      <p:sp>
        <p:nvSpPr>
          <p:cNvPr id="8" name="页脚占位符 7">
            <a:extLst>
              <a:ext uri="{FF2B5EF4-FFF2-40B4-BE49-F238E27FC236}">
                <a16:creationId xmlns:a16="http://schemas.microsoft.com/office/drawing/2014/main" id="{ADFCC92D-866C-1949-5368-FDE256F47513}"/>
              </a:ext>
            </a:extLst>
          </p:cNvPr>
          <p:cNvSpPr>
            <a:spLocks noGrp="1"/>
          </p:cNvSpPr>
          <p:nvPr>
            <p:ph type="ftr" sz="quarter" idx="21"/>
          </p:nvPr>
        </p:nvSpPr>
        <p:spPr/>
        <p:txBody>
          <a:bodyPr/>
          <a:lstStyle/>
          <a:p>
            <a:r>
              <a:rPr lang="en-US"/>
              <a:t>How-to slides     |     ONLY FOR INTERNAL USE</a:t>
            </a:r>
          </a:p>
        </p:txBody>
      </p:sp>
      <p:graphicFrame>
        <p:nvGraphicFramePr>
          <p:cNvPr id="9" name="Table 7">
            <a:extLst>
              <a:ext uri="{FF2B5EF4-FFF2-40B4-BE49-F238E27FC236}">
                <a16:creationId xmlns:a16="http://schemas.microsoft.com/office/drawing/2014/main" id="{A3A8FCA2-7FA2-F2B1-3CEB-10603CFF78CD}"/>
              </a:ext>
            </a:extLst>
          </p:cNvPr>
          <p:cNvGraphicFramePr>
            <a:graphicFrameLocks noGrp="1"/>
          </p:cNvGraphicFramePr>
          <p:nvPr>
            <p:extLst>
              <p:ext uri="{D42A27DB-BD31-4B8C-83A1-F6EECF244321}">
                <p14:modId xmlns:p14="http://schemas.microsoft.com/office/powerpoint/2010/main" val="4071270333"/>
              </p:ext>
            </p:extLst>
          </p:nvPr>
        </p:nvGraphicFramePr>
        <p:xfrm>
          <a:off x="479424" y="1382843"/>
          <a:ext cx="6060220" cy="2605896"/>
        </p:xfrm>
        <a:graphic>
          <a:graphicData uri="http://schemas.openxmlformats.org/drawingml/2006/table">
            <a:tbl>
              <a:tblPr firstRow="1" bandRow="1">
                <a:tableStyleId>{5C22544A-7EE6-4342-B048-85BDC9FD1C3A}</a:tableStyleId>
              </a:tblPr>
              <a:tblGrid>
                <a:gridCol w="655417">
                  <a:extLst>
                    <a:ext uri="{9D8B030D-6E8A-4147-A177-3AD203B41FA5}">
                      <a16:colId xmlns:a16="http://schemas.microsoft.com/office/drawing/2014/main" val="2950233786"/>
                    </a:ext>
                  </a:extLst>
                </a:gridCol>
                <a:gridCol w="1470343">
                  <a:extLst>
                    <a:ext uri="{9D8B030D-6E8A-4147-A177-3AD203B41FA5}">
                      <a16:colId xmlns:a16="http://schemas.microsoft.com/office/drawing/2014/main" val="850504963"/>
                    </a:ext>
                  </a:extLst>
                </a:gridCol>
                <a:gridCol w="1891030">
                  <a:extLst>
                    <a:ext uri="{9D8B030D-6E8A-4147-A177-3AD203B41FA5}">
                      <a16:colId xmlns:a16="http://schemas.microsoft.com/office/drawing/2014/main" val="2247398761"/>
                    </a:ext>
                  </a:extLst>
                </a:gridCol>
                <a:gridCol w="2043430">
                  <a:extLst>
                    <a:ext uri="{9D8B030D-6E8A-4147-A177-3AD203B41FA5}">
                      <a16:colId xmlns:a16="http://schemas.microsoft.com/office/drawing/2014/main" val="1594308659"/>
                    </a:ext>
                  </a:extLst>
                </a:gridCol>
              </a:tblGrid>
              <a:tr h="595336">
                <a:tc>
                  <a:txBody>
                    <a:bodyPr/>
                    <a:lstStyle/>
                    <a:p>
                      <a:r>
                        <a:rPr lang="zh-CN" altLang="en-US" sz="1200" b="0" dirty="0">
                          <a:latin typeface="+mn-lt"/>
                          <a:ea typeface="+mn-ea"/>
                        </a:rPr>
                        <a:t>排名</a:t>
                      </a:r>
                    </a:p>
                  </a:txBody>
                  <a:tcPr/>
                </a:tc>
                <a:tc>
                  <a:txBody>
                    <a:bodyPr/>
                    <a:lstStyle/>
                    <a:p>
                      <a:r>
                        <a:rPr lang="zh-CN" altLang="en-US" sz="1200" b="0" dirty="0">
                          <a:latin typeface="+mn-lt"/>
                          <a:ea typeface="+mn-ea"/>
                        </a:rPr>
                        <a:t>公司</a:t>
                      </a:r>
                    </a:p>
                  </a:txBody>
                  <a:tcPr/>
                </a:tc>
                <a:tc>
                  <a:txBody>
                    <a:bodyPr/>
                    <a:lstStyle/>
                    <a:p>
                      <a:r>
                        <a:rPr lang="zh-CN" altLang="en-US" sz="1200" b="0" dirty="0">
                          <a:latin typeface="+mn-lt"/>
                          <a:ea typeface="+mn-ea"/>
                        </a:rPr>
                        <a:t>核心产品</a:t>
                      </a:r>
                    </a:p>
                  </a:txBody>
                  <a:tcPr/>
                </a:tc>
                <a:tc>
                  <a:txBody>
                    <a:bodyPr/>
                    <a:lstStyle/>
                    <a:p>
                      <a:r>
                        <a:rPr lang="zh-CN" altLang="en-US" sz="1200" b="0" dirty="0">
                          <a:latin typeface="+mn-lt"/>
                          <a:ea typeface="+mn-ea"/>
                        </a:rPr>
                        <a:t>国产价格竞争</a:t>
                      </a:r>
                    </a:p>
                  </a:txBody>
                  <a:tcPr/>
                </a:tc>
                <a:extLst>
                  <a:ext uri="{0D108BD9-81ED-4DB2-BD59-A6C34878D82A}">
                    <a16:rowId xmlns:a16="http://schemas.microsoft.com/office/drawing/2014/main" val="2053089953"/>
                  </a:ext>
                </a:extLst>
              </a:tr>
              <a:tr h="330742">
                <a:tc>
                  <a:txBody>
                    <a:bodyPr/>
                    <a:lstStyle/>
                    <a:p>
                      <a:r>
                        <a:rPr lang="en-US" altLang="zh-CN" sz="1200" b="0" kern="0" dirty="0">
                          <a:solidFill>
                            <a:srgbClr val="3C3C3C"/>
                          </a:solidFill>
                          <a:effectLst/>
                          <a:latin typeface="+mn-lt"/>
                          <a:ea typeface="+mn-ea"/>
                          <a:cs typeface="Arial" panose="020B0604020202020204" pitchFamily="34" charset="0"/>
                        </a:rPr>
                        <a:t>1</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硕腾 </a:t>
                      </a:r>
                      <a:r>
                        <a:rPr lang="en-US" altLang="zh-CN" sz="1200" b="0" kern="0" dirty="0">
                          <a:solidFill>
                            <a:srgbClr val="3C3C3C"/>
                          </a:solidFill>
                          <a:effectLst/>
                          <a:latin typeface="+mn-lt"/>
                          <a:ea typeface="+mn-ea"/>
                          <a:cs typeface="Arial" panose="020B0604020202020204" pitchFamily="34" charset="0"/>
                        </a:rPr>
                        <a:t>(Zoetis)</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大宠爱、妙宠爱</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市场绝对领导者	</a:t>
                      </a:r>
                      <a:endParaRPr lang="zh-CN" altLang="zh-CN" sz="1200" b="0" kern="0" dirty="0">
                        <a:solidFill>
                          <a:srgbClr val="3C3C3C"/>
                        </a:solidFill>
                        <a:effectLst/>
                        <a:latin typeface="+mn-lt"/>
                        <a:ea typeface="+mn-ea"/>
                        <a:cs typeface="Arial" panose="020B0604020202020204" pitchFamily="34" charset="0"/>
                      </a:endParaRPr>
                    </a:p>
                  </a:txBody>
                  <a:tcPr/>
                </a:tc>
                <a:extLst>
                  <a:ext uri="{0D108BD9-81ED-4DB2-BD59-A6C34878D82A}">
                    <a16:rowId xmlns:a16="http://schemas.microsoft.com/office/drawing/2014/main" val="3691864867"/>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0" dirty="0">
                          <a:solidFill>
                            <a:srgbClr val="3C3C3C"/>
                          </a:solidFill>
                          <a:effectLst/>
                          <a:latin typeface="+mn-lt"/>
                          <a:ea typeface="+mn-ea"/>
                          <a:cs typeface="Arial" panose="020B0604020202020204" pitchFamily="34" charset="0"/>
                        </a:rPr>
                        <a:t>2</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r>
                        <a:rPr lang="zh-CN" altLang="en-US" sz="1200" b="0" kern="0" dirty="0">
                          <a:solidFill>
                            <a:srgbClr val="3C3C3C"/>
                          </a:solidFill>
                          <a:effectLst/>
                          <a:latin typeface="+mn-lt"/>
                          <a:ea typeface="+mn-ea"/>
                          <a:cs typeface="Arial" panose="020B0604020202020204" pitchFamily="34" charset="0"/>
                        </a:rPr>
                        <a:t>拜耳 </a:t>
                      </a:r>
                      <a:r>
                        <a:rPr lang="en-US" altLang="zh-CN" sz="1200" b="0" kern="0" dirty="0">
                          <a:solidFill>
                            <a:srgbClr val="3C3C3C"/>
                          </a:solidFill>
                          <a:effectLst/>
                          <a:latin typeface="+mn-lt"/>
                          <a:ea typeface="+mn-ea"/>
                          <a:cs typeface="Arial" panose="020B0604020202020204" pitchFamily="34" charset="0"/>
                        </a:rPr>
                        <a:t>(Bayer)</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爱沃克、拜宠爽、拜宠清</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驱虫药领导者</a:t>
                      </a:r>
                      <a:endParaRPr lang="zh-CN" altLang="zh-CN" sz="1200" b="0" kern="0" dirty="0">
                        <a:solidFill>
                          <a:srgbClr val="3C3C3C"/>
                        </a:solidFill>
                        <a:effectLst/>
                        <a:latin typeface="+mn-lt"/>
                        <a:ea typeface="+mn-ea"/>
                        <a:cs typeface="Arial" panose="020B0604020202020204" pitchFamily="34" charset="0"/>
                      </a:endParaRPr>
                    </a:p>
                  </a:txBody>
                  <a:tcPr/>
                </a:tc>
                <a:extLst>
                  <a:ext uri="{0D108BD9-81ED-4DB2-BD59-A6C34878D82A}">
                    <a16:rowId xmlns:a16="http://schemas.microsoft.com/office/drawing/2014/main" val="3952540345"/>
                  </a:ext>
                </a:extLst>
              </a:tr>
              <a:tr h="3568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0" dirty="0">
                          <a:solidFill>
                            <a:schemeClr val="tx1"/>
                          </a:solidFill>
                          <a:effectLst/>
                          <a:latin typeface="+mn-lt"/>
                          <a:ea typeface="+mn-ea"/>
                          <a:cs typeface="Arial" panose="020B0604020202020204" pitchFamily="34" charset="0"/>
                        </a:rPr>
                        <a:t>3</a:t>
                      </a:r>
                      <a:endParaRPr lang="zh-CN" altLang="en-US" sz="1200" b="0" kern="0" dirty="0">
                        <a:solidFill>
                          <a:schemeClr val="tx1"/>
                        </a:solidFill>
                        <a:effectLst/>
                        <a:latin typeface="+mn-lt"/>
                        <a:ea typeface="+mn-ea"/>
                        <a:cs typeface="Arial" panose="020B0604020202020204" pitchFamily="34" charset="0"/>
                      </a:endParaRPr>
                    </a:p>
                  </a:txBody>
                  <a:tcPr/>
                </a:tc>
                <a:tc>
                  <a:txBody>
                    <a:bodyPr/>
                    <a:lstStyle/>
                    <a:p>
                      <a:r>
                        <a:rPr lang="zh-CN" altLang="en-US" sz="1200" b="0" kern="0" dirty="0">
                          <a:solidFill>
                            <a:schemeClr val="tx1"/>
                          </a:solidFill>
                          <a:effectLst/>
                          <a:latin typeface="+mn-lt"/>
                          <a:ea typeface="+mn-ea"/>
                          <a:cs typeface="Arial" panose="020B0604020202020204" pitchFamily="34" charset="0"/>
                        </a:rPr>
                        <a:t>默沙东 </a:t>
                      </a:r>
                      <a:r>
                        <a:rPr lang="en-US" altLang="zh-CN" sz="1200" b="0" kern="0" dirty="0">
                          <a:solidFill>
                            <a:schemeClr val="tx1"/>
                          </a:solidFill>
                          <a:effectLst/>
                          <a:latin typeface="+mn-lt"/>
                          <a:ea typeface="+mn-ea"/>
                          <a:cs typeface="Arial" panose="020B0604020202020204" pitchFamily="34" charset="0"/>
                        </a:rPr>
                        <a:t>(MSD)</a:t>
                      </a:r>
                      <a:endParaRPr lang="zh-CN" altLang="en-US" sz="1200" b="0" kern="0" dirty="0">
                        <a:solidFill>
                          <a:schemeClr val="tx1"/>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贝卫多</a:t>
                      </a:r>
                      <a:endParaRPr lang="zh-CN" altLang="zh-CN" sz="1200" b="0" kern="0" dirty="0">
                        <a:solidFill>
                          <a:schemeClr val="tx1"/>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口服外驱领导者</a:t>
                      </a:r>
                      <a:endParaRPr lang="zh-CN" altLang="zh-CN" sz="1200" b="0" kern="0" dirty="0">
                        <a:solidFill>
                          <a:schemeClr val="tx1"/>
                        </a:solidFill>
                        <a:effectLst/>
                        <a:latin typeface="+mn-lt"/>
                        <a:ea typeface="+mn-ea"/>
                        <a:cs typeface="Arial" panose="020B0604020202020204" pitchFamily="34" charset="0"/>
                      </a:endParaRPr>
                    </a:p>
                  </a:txBody>
                  <a:tcPr/>
                </a:tc>
                <a:extLst>
                  <a:ext uri="{0D108BD9-81ED-4DB2-BD59-A6C34878D82A}">
                    <a16:rowId xmlns:a16="http://schemas.microsoft.com/office/drawing/2014/main" val="493017518"/>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0" dirty="0">
                          <a:solidFill>
                            <a:schemeClr val="tx1"/>
                          </a:solidFill>
                          <a:effectLst/>
                          <a:latin typeface="+mn-lt"/>
                          <a:ea typeface="+mn-ea"/>
                          <a:cs typeface="Arial" panose="020B0604020202020204" pitchFamily="34" charset="0"/>
                        </a:rPr>
                        <a:t>4</a:t>
                      </a:r>
                      <a:endParaRPr lang="zh-CN" altLang="en-US" sz="1200" b="0" kern="0" dirty="0">
                        <a:solidFill>
                          <a:schemeClr val="tx1"/>
                        </a:solidFill>
                        <a:effectLst/>
                        <a:latin typeface="+mn-lt"/>
                        <a:ea typeface="+mn-ea"/>
                        <a:cs typeface="Arial" panose="020B0604020202020204" pitchFamily="34" charset="0"/>
                      </a:endParaRPr>
                    </a:p>
                  </a:txBody>
                  <a:tcPr/>
                </a:tc>
                <a:tc>
                  <a:txBody>
                    <a:bodyPr/>
                    <a:lstStyle/>
                    <a:p>
                      <a:r>
                        <a:rPr lang="zh-CN" altLang="en-US" sz="1200" b="0" kern="0" dirty="0">
                          <a:solidFill>
                            <a:schemeClr val="tx1"/>
                          </a:solidFill>
                          <a:effectLst/>
                          <a:latin typeface="+mn-lt"/>
                          <a:ea typeface="+mn-ea"/>
                          <a:cs typeface="Arial" panose="020B0604020202020204" pitchFamily="34" charset="0"/>
                        </a:rPr>
                        <a:t>海正动保 </a:t>
                      </a:r>
                      <a:r>
                        <a:rPr lang="en-US" altLang="zh-CN" sz="1200" b="0" kern="0" dirty="0">
                          <a:solidFill>
                            <a:schemeClr val="tx1"/>
                          </a:solidFill>
                          <a:effectLst/>
                          <a:latin typeface="+mn-lt"/>
                          <a:ea typeface="+mn-ea"/>
                          <a:cs typeface="Arial" panose="020B0604020202020204" pitchFamily="34" charset="0"/>
                        </a:rPr>
                        <a:t>(</a:t>
                      </a:r>
                      <a:r>
                        <a:rPr lang="en-US" altLang="zh-CN" sz="1200" b="0" kern="0" dirty="0" err="1">
                          <a:solidFill>
                            <a:schemeClr val="tx1"/>
                          </a:solidFill>
                          <a:effectLst/>
                          <a:latin typeface="+mn-lt"/>
                          <a:ea typeface="+mn-ea"/>
                          <a:cs typeface="Arial" panose="020B0604020202020204" pitchFamily="34" charset="0"/>
                        </a:rPr>
                        <a:t>Hisun</a:t>
                      </a:r>
                      <a:r>
                        <a:rPr lang="en-US" altLang="zh-CN" sz="1200" b="0" kern="0" dirty="0">
                          <a:solidFill>
                            <a:schemeClr val="tx1"/>
                          </a:solidFill>
                          <a:effectLst/>
                          <a:latin typeface="+mn-lt"/>
                          <a:ea typeface="+mn-ea"/>
                          <a:cs typeface="Arial" panose="020B0604020202020204" pitchFamily="34" charset="0"/>
                        </a:rPr>
                        <a:t>)</a:t>
                      </a:r>
                      <a:endParaRPr lang="zh-CN" altLang="en-US" sz="1200" b="0" kern="0" dirty="0">
                        <a:solidFill>
                          <a:schemeClr val="tx1"/>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海乐妙</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chemeClr val="tx1"/>
                          </a:solidFill>
                          <a:effectLst/>
                          <a:latin typeface="+mn-lt"/>
                          <a:ea typeface="+mn-ea"/>
                          <a:cs typeface="Arial" panose="020B0604020202020204" pitchFamily="34" charset="0"/>
                        </a:rPr>
                        <a:t>国产替代龙头</a:t>
                      </a:r>
                      <a:endParaRPr lang="zh-CN" altLang="zh-CN" sz="1200" b="0" kern="0" dirty="0">
                        <a:solidFill>
                          <a:schemeClr val="tx1"/>
                        </a:solidFill>
                        <a:effectLst/>
                        <a:latin typeface="+mn-lt"/>
                        <a:ea typeface="+mn-ea"/>
                        <a:cs typeface="Arial" panose="020B0604020202020204" pitchFamily="34" charset="0"/>
                      </a:endParaRPr>
                    </a:p>
                  </a:txBody>
                  <a:tcPr/>
                </a:tc>
                <a:extLst>
                  <a:ext uri="{0D108BD9-81ED-4DB2-BD59-A6C34878D82A}">
                    <a16:rowId xmlns:a16="http://schemas.microsoft.com/office/drawing/2014/main" val="2445362263"/>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0" dirty="0">
                          <a:solidFill>
                            <a:srgbClr val="3C3C3C"/>
                          </a:solidFill>
                          <a:effectLst/>
                          <a:latin typeface="+mn-lt"/>
                          <a:ea typeface="+mn-ea"/>
                          <a:cs typeface="Arial" panose="020B0604020202020204" pitchFamily="34" charset="0"/>
                        </a:rPr>
                        <a:t>5</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r>
                        <a:rPr lang="zh-CN" altLang="en-US" sz="1200" b="0" kern="0" dirty="0">
                          <a:solidFill>
                            <a:srgbClr val="3C3C3C"/>
                          </a:solidFill>
                          <a:effectLst/>
                          <a:latin typeface="+mn-lt"/>
                          <a:ea typeface="+mn-ea"/>
                          <a:cs typeface="Arial" panose="020B0604020202020204" pitchFamily="34" charset="0"/>
                        </a:rPr>
                        <a:t>礼蓝 </a:t>
                      </a:r>
                      <a:r>
                        <a:rPr lang="en-US" altLang="zh-CN" sz="1200" b="0" kern="0" dirty="0">
                          <a:solidFill>
                            <a:srgbClr val="3C3C3C"/>
                          </a:solidFill>
                          <a:effectLst/>
                          <a:latin typeface="+mn-lt"/>
                          <a:ea typeface="+mn-ea"/>
                          <a:cs typeface="Arial" panose="020B0604020202020204" pitchFamily="34" charset="0"/>
                        </a:rPr>
                        <a:t>(Elanco)</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欣宠克</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主要竞争者</a:t>
                      </a:r>
                      <a:endParaRPr lang="zh-CN" altLang="zh-CN" sz="1200" b="0" kern="0" dirty="0">
                        <a:solidFill>
                          <a:srgbClr val="3C3C3C"/>
                        </a:solidFill>
                        <a:effectLst/>
                        <a:latin typeface="+mn-lt"/>
                        <a:ea typeface="+mn-ea"/>
                        <a:cs typeface="Arial" panose="020B0604020202020204" pitchFamily="34" charset="0"/>
                      </a:endParaRPr>
                    </a:p>
                  </a:txBody>
                  <a:tcPr/>
                </a:tc>
                <a:extLst>
                  <a:ext uri="{0D108BD9-81ED-4DB2-BD59-A6C34878D82A}">
                    <a16:rowId xmlns:a16="http://schemas.microsoft.com/office/drawing/2014/main" val="4262571619"/>
                  </a:ext>
                </a:extLst>
              </a:tr>
              <a:tr h="330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0" dirty="0">
                          <a:solidFill>
                            <a:srgbClr val="3C3C3C"/>
                          </a:solidFill>
                          <a:effectLst/>
                          <a:latin typeface="+mn-lt"/>
                          <a:ea typeface="+mn-ea"/>
                          <a:cs typeface="Arial" panose="020B0604020202020204" pitchFamily="34" charset="0"/>
                        </a:rPr>
                        <a:t>6</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r>
                        <a:rPr lang="zh-CN" altLang="en-US" sz="1200" b="0" kern="0" dirty="0">
                          <a:solidFill>
                            <a:srgbClr val="3C3C3C"/>
                          </a:solidFill>
                          <a:effectLst/>
                          <a:latin typeface="+mn-lt"/>
                          <a:ea typeface="+mn-ea"/>
                          <a:cs typeface="Arial" panose="020B0604020202020204" pitchFamily="34" charset="0"/>
                        </a:rPr>
                        <a:t>瑞普生物 </a:t>
                      </a:r>
                      <a:r>
                        <a:rPr lang="en-US" altLang="zh-CN" sz="1200" b="0" kern="0" dirty="0">
                          <a:solidFill>
                            <a:srgbClr val="3C3C3C"/>
                          </a:solidFill>
                          <a:effectLst/>
                          <a:latin typeface="+mn-lt"/>
                          <a:ea typeface="+mn-ea"/>
                          <a:cs typeface="Arial" panose="020B0604020202020204" pitchFamily="34" charset="0"/>
                        </a:rPr>
                        <a:t>(</a:t>
                      </a:r>
                      <a:r>
                        <a:rPr lang="en-US" altLang="zh-CN" sz="1200" b="0" kern="0" dirty="0" err="1">
                          <a:solidFill>
                            <a:srgbClr val="3C3C3C"/>
                          </a:solidFill>
                          <a:effectLst/>
                          <a:latin typeface="+mn-lt"/>
                          <a:ea typeface="+mn-ea"/>
                          <a:cs typeface="Arial" panose="020B0604020202020204" pitchFamily="34" charset="0"/>
                        </a:rPr>
                        <a:t>Ringpu</a:t>
                      </a:r>
                      <a:r>
                        <a:rPr lang="en-US" altLang="zh-CN" sz="1200" b="0" kern="0" dirty="0">
                          <a:solidFill>
                            <a:srgbClr val="3C3C3C"/>
                          </a:solidFill>
                          <a:effectLst/>
                          <a:latin typeface="+mn-lt"/>
                          <a:ea typeface="+mn-ea"/>
                          <a:cs typeface="Arial" panose="020B0604020202020204" pitchFamily="34" charset="0"/>
                        </a:rPr>
                        <a:t>)</a:t>
                      </a:r>
                      <a:endParaRPr lang="zh-CN" altLang="en-US"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恩倍多</a:t>
                      </a:r>
                      <a:endParaRPr lang="zh-CN" altLang="zh-CN" sz="1200" b="0" kern="0" dirty="0">
                        <a:solidFill>
                          <a:srgbClr val="3C3C3C"/>
                        </a:solidFill>
                        <a:effectLst/>
                        <a:latin typeface="+mn-lt"/>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0" dirty="0">
                          <a:solidFill>
                            <a:srgbClr val="3C3C3C"/>
                          </a:solidFill>
                          <a:effectLst/>
                          <a:latin typeface="+mn-lt"/>
                          <a:ea typeface="+mn-ea"/>
                          <a:cs typeface="Arial" panose="020B0604020202020204" pitchFamily="34" charset="0"/>
                        </a:rPr>
                        <a:t>国产价格竞争</a:t>
                      </a:r>
                      <a:endParaRPr lang="zh-CN" altLang="zh-CN" sz="1200" b="0" kern="0" dirty="0">
                        <a:solidFill>
                          <a:srgbClr val="3C3C3C"/>
                        </a:solidFill>
                        <a:effectLst/>
                        <a:latin typeface="+mn-lt"/>
                        <a:ea typeface="+mn-ea"/>
                        <a:cs typeface="Arial" panose="020B0604020202020204" pitchFamily="34" charset="0"/>
                      </a:endParaRPr>
                    </a:p>
                  </a:txBody>
                  <a:tcPr/>
                </a:tc>
                <a:extLst>
                  <a:ext uri="{0D108BD9-81ED-4DB2-BD59-A6C34878D82A}">
                    <a16:rowId xmlns:a16="http://schemas.microsoft.com/office/drawing/2014/main" val="2543819192"/>
                  </a:ext>
                </a:extLst>
              </a:tr>
            </a:tbl>
          </a:graphicData>
        </a:graphic>
      </p:graphicFrame>
    </p:spTree>
    <p:extLst>
      <p:ext uri="{BB962C8B-B14F-4D97-AF65-F5344CB8AC3E}">
        <p14:creationId xmlns:p14="http://schemas.microsoft.com/office/powerpoint/2010/main" val="291748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ED6D-CD0D-245F-2390-1DB5406AAEE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1B9B03E-6108-7426-A07D-6507BDC73DBB}"/>
              </a:ext>
            </a:extLst>
          </p:cNvPr>
          <p:cNvSpPr>
            <a:spLocks noGrp="1"/>
          </p:cNvSpPr>
          <p:nvPr>
            <p:ph type="title"/>
          </p:nvPr>
        </p:nvSpPr>
        <p:spPr/>
        <p:txBody>
          <a:bodyPr/>
          <a:lstStyle/>
          <a:p>
            <a:r>
              <a:rPr lang="en-US" noProof="0" dirty="0"/>
              <a:t>AH Pet Competitor Ecosystem – Pain Point &amp; Strategy Matrix</a:t>
            </a:r>
          </a:p>
        </p:txBody>
      </p:sp>
      <p:sp>
        <p:nvSpPr>
          <p:cNvPr id="5" name="Slide Number Placeholder 4">
            <a:extLst>
              <a:ext uri="{FF2B5EF4-FFF2-40B4-BE49-F238E27FC236}">
                <a16:creationId xmlns:a16="http://schemas.microsoft.com/office/drawing/2014/main" id="{7A1092A2-8444-01D7-4E31-65361D46F2CB}"/>
              </a:ext>
            </a:extLst>
          </p:cNvPr>
          <p:cNvSpPr>
            <a:spLocks noGrp="1"/>
          </p:cNvSpPr>
          <p:nvPr>
            <p:ph type="sldNum" sz="quarter" idx="20"/>
          </p:nvPr>
        </p:nvSpPr>
        <p:spPr/>
        <p:txBody>
          <a:bodyPr/>
          <a:lstStyle/>
          <a:p>
            <a:fld id="{8FF9B0DE-3FEB-4AA0-B465-B80EF7C1333D}" type="slidenum">
              <a:rPr lang="en-US" noProof="0" smtClean="0"/>
              <a:pPr/>
              <a:t>4</a:t>
            </a:fld>
            <a:endParaRPr lang="en-US" noProof="0"/>
          </a:p>
        </p:txBody>
      </p:sp>
      <p:graphicFrame>
        <p:nvGraphicFramePr>
          <p:cNvPr id="15" name="表格 14">
            <a:extLst>
              <a:ext uri="{FF2B5EF4-FFF2-40B4-BE49-F238E27FC236}">
                <a16:creationId xmlns:a16="http://schemas.microsoft.com/office/drawing/2014/main" id="{23A55A8F-DF2B-F18F-B27B-2F6A0BA73711}"/>
              </a:ext>
            </a:extLst>
          </p:cNvPr>
          <p:cNvGraphicFramePr>
            <a:graphicFrameLocks noGrp="1"/>
          </p:cNvGraphicFramePr>
          <p:nvPr>
            <p:extLst>
              <p:ext uri="{D42A27DB-BD31-4B8C-83A1-F6EECF244321}">
                <p14:modId xmlns:p14="http://schemas.microsoft.com/office/powerpoint/2010/main" val="4292305813"/>
              </p:ext>
            </p:extLst>
          </p:nvPr>
        </p:nvGraphicFramePr>
        <p:xfrm>
          <a:off x="479424" y="1570997"/>
          <a:ext cx="10211787" cy="2971800"/>
        </p:xfrm>
        <a:graphic>
          <a:graphicData uri="http://schemas.openxmlformats.org/drawingml/2006/table">
            <a:tbl>
              <a:tblPr firstRow="1" bandRow="1">
                <a:tableStyleId>{0660B408-B3CF-4A94-85FC-2B1E0A45F4A2}</a:tableStyleId>
              </a:tblPr>
              <a:tblGrid>
                <a:gridCol w="1615757">
                  <a:extLst>
                    <a:ext uri="{9D8B030D-6E8A-4147-A177-3AD203B41FA5}">
                      <a16:colId xmlns:a16="http://schemas.microsoft.com/office/drawing/2014/main" val="1284206784"/>
                    </a:ext>
                  </a:extLst>
                </a:gridCol>
                <a:gridCol w="2094217">
                  <a:extLst>
                    <a:ext uri="{9D8B030D-6E8A-4147-A177-3AD203B41FA5}">
                      <a16:colId xmlns:a16="http://schemas.microsoft.com/office/drawing/2014/main" val="592002505"/>
                    </a:ext>
                  </a:extLst>
                </a:gridCol>
                <a:gridCol w="1749287">
                  <a:extLst>
                    <a:ext uri="{9D8B030D-6E8A-4147-A177-3AD203B41FA5}">
                      <a16:colId xmlns:a16="http://schemas.microsoft.com/office/drawing/2014/main" val="2673741385"/>
                    </a:ext>
                  </a:extLst>
                </a:gridCol>
                <a:gridCol w="2288209">
                  <a:extLst>
                    <a:ext uri="{9D8B030D-6E8A-4147-A177-3AD203B41FA5}">
                      <a16:colId xmlns:a16="http://schemas.microsoft.com/office/drawing/2014/main" val="1229007240"/>
                    </a:ext>
                  </a:extLst>
                </a:gridCol>
                <a:gridCol w="2464317">
                  <a:extLst>
                    <a:ext uri="{9D8B030D-6E8A-4147-A177-3AD203B41FA5}">
                      <a16:colId xmlns:a16="http://schemas.microsoft.com/office/drawing/2014/main" val="3919857259"/>
                    </a:ext>
                  </a:extLst>
                </a:gridCol>
              </a:tblGrid>
              <a:tr h="370840">
                <a:tc>
                  <a:txBody>
                    <a:bodyPr/>
                    <a:lstStyle/>
                    <a:p>
                      <a:r>
                        <a:rPr lang="en-US" altLang="zh-CN" sz="1200" dirty="0">
                          <a:latin typeface="+mj-lt"/>
                        </a:rPr>
                        <a:t>Ecosystem</a:t>
                      </a:r>
                    </a:p>
                    <a:p>
                      <a:r>
                        <a:rPr lang="zh-CN" altLang="en-US" sz="1200" dirty="0">
                          <a:latin typeface="+mj-lt"/>
                        </a:rPr>
                        <a:t>竞争生态模块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lt1"/>
                          </a:solidFill>
                          <a:latin typeface="+mn-lt"/>
                          <a:ea typeface="+mn-ea"/>
                          <a:cs typeface="+mn-cs"/>
                        </a:rPr>
                        <a:t>Competitors' Approach​</a:t>
                      </a:r>
                      <a:r>
                        <a:rPr lang="zh-CN" altLang="en-US" sz="1200" b="1" kern="1200" dirty="0">
                          <a:solidFill>
                            <a:schemeClr val="lt1"/>
                          </a:solidFill>
                          <a:latin typeface="+mn-lt"/>
                          <a:ea typeface="+mn-ea"/>
                          <a:cs typeface="+mn-cs"/>
                        </a:rPr>
                        <a:t>（对手动作）</a:t>
                      </a:r>
                    </a:p>
                  </a:txBody>
                  <a:tcPr/>
                </a:tc>
                <a:tc>
                  <a:txBody>
                    <a:bodyPr/>
                    <a:lstStyle/>
                    <a:p>
                      <a:r>
                        <a:rPr lang="en-US" altLang="zh-CN" sz="1200" dirty="0">
                          <a:latin typeface="+mj-lt"/>
                        </a:rPr>
                        <a:t>Pain Points</a:t>
                      </a:r>
                      <a:r>
                        <a:rPr lang="zh-CN" altLang="en-US" sz="1200" dirty="0">
                          <a:latin typeface="+mj-lt"/>
                        </a:rPr>
                        <a:t>（对</a:t>
                      </a:r>
                      <a:r>
                        <a:rPr lang="en-US" altLang="zh-CN" sz="1200" dirty="0">
                          <a:latin typeface="+mj-lt"/>
                        </a:rPr>
                        <a:t>AH</a:t>
                      </a:r>
                      <a:r>
                        <a:rPr lang="zh-CN" altLang="en-US" sz="1200" dirty="0">
                          <a:latin typeface="+mj-lt"/>
                        </a:rPr>
                        <a:t>的痛点）</a:t>
                      </a:r>
                    </a:p>
                  </a:txBody>
                  <a:tcPr/>
                </a:tc>
                <a:tc>
                  <a:txBody>
                    <a:bodyPr/>
                    <a:lstStyle/>
                    <a:p>
                      <a:r>
                        <a:rPr lang="en-US" altLang="zh-CN" sz="1200" dirty="0">
                          <a:latin typeface="+mj-lt"/>
                        </a:rPr>
                        <a:t>Response Strategy</a:t>
                      </a:r>
                      <a:r>
                        <a:rPr lang="zh-CN" altLang="en-US" sz="1200" dirty="0">
                          <a:latin typeface="+mj-lt"/>
                        </a:rPr>
                        <a:t>（应对策略）</a:t>
                      </a:r>
                    </a:p>
                  </a:txBody>
                  <a:tcPr/>
                </a:tc>
                <a:tc>
                  <a:txBody>
                    <a:bodyPr/>
                    <a:lstStyle/>
                    <a:p>
                      <a:r>
                        <a:rPr lang="en-US" altLang="zh-CN" sz="1200" dirty="0">
                          <a:latin typeface="+mj-lt"/>
                        </a:rPr>
                        <a:t>IT digital Opportunities</a:t>
                      </a:r>
                      <a:endParaRPr lang="zh-CN" altLang="en-US" sz="1200" dirty="0">
                        <a:latin typeface="+mj-lt"/>
                      </a:endParaRPr>
                    </a:p>
                  </a:txBody>
                  <a:tcPr/>
                </a:tc>
                <a:extLst>
                  <a:ext uri="{0D108BD9-81ED-4DB2-BD59-A6C34878D82A}">
                    <a16:rowId xmlns:a16="http://schemas.microsoft.com/office/drawing/2014/main" val="3801759591"/>
                  </a:ext>
                </a:extLst>
              </a:tr>
              <a:tr h="491283">
                <a:tc>
                  <a:txBody>
                    <a:bodyPr/>
                    <a:lstStyle/>
                    <a:p>
                      <a:r>
                        <a:rPr lang="en-US" altLang="zh-CN" sz="1050" dirty="0">
                          <a:latin typeface="+mn-lt"/>
                        </a:rPr>
                        <a:t>Pet Owner Journey / experience </a:t>
                      </a:r>
                    </a:p>
                  </a:txBody>
                  <a:tcPr/>
                </a:tc>
                <a:tc>
                  <a:txBody>
                    <a:bodyPr/>
                    <a:lstStyle/>
                    <a:p>
                      <a:r>
                        <a:rPr lang="en-US" altLang="zh-CN" sz="1050" dirty="0">
                          <a:latin typeface="+mn-lt"/>
                        </a:rPr>
                        <a:t>End-to-end digital journey</a:t>
                      </a:r>
                      <a:endParaRPr lang="zh-CN" altLang="en-US" sz="1050" dirty="0">
                        <a:latin typeface="+mn-lt"/>
                      </a:endParaRP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Lack of a front-end platform to reach pet owners</a:t>
                      </a: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Establish a comprehensive user‑journey management mechanism.</a:t>
                      </a: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Pet owner chat bot </a:t>
                      </a:r>
                    </a:p>
                  </a:txBody>
                  <a:tcPr/>
                </a:tc>
                <a:extLst>
                  <a:ext uri="{0D108BD9-81ED-4DB2-BD59-A6C34878D82A}">
                    <a16:rowId xmlns:a16="http://schemas.microsoft.com/office/drawing/2014/main" val="3452625169"/>
                  </a:ext>
                </a:extLst>
              </a:tr>
              <a:tr h="370840">
                <a:tc>
                  <a:txBody>
                    <a:bodyPr/>
                    <a:lstStyle/>
                    <a:p>
                      <a:r>
                        <a:rPr lang="en-US" altLang="zh-CN" sz="1050" kern="1200" dirty="0">
                          <a:solidFill>
                            <a:schemeClr val="dk1"/>
                          </a:solidFill>
                          <a:latin typeface="+mn-lt"/>
                          <a:ea typeface="+mn-ea"/>
                          <a:cs typeface="+mn-cs"/>
                        </a:rPr>
                        <a:t>Influence/Visibility </a:t>
                      </a:r>
                    </a:p>
                  </a:txBody>
                  <a:tcPr/>
                </a:tc>
                <a:tc>
                  <a:txBody>
                    <a:bodyPr/>
                    <a:lstStyle/>
                    <a:p>
                      <a:r>
                        <a:rPr lang="en-US" altLang="zh-CN" sz="1050" kern="1200" dirty="0">
                          <a:solidFill>
                            <a:schemeClr val="dk1"/>
                          </a:solidFill>
                          <a:latin typeface="+mn-lt"/>
                          <a:ea typeface="+mn-ea"/>
                          <a:cs typeface="+mn-cs"/>
                        </a:rPr>
                        <a:t>Strong social presence</a:t>
                      </a: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Weak influence on the pet‑owner side, and there are many negative reviews on social platforms like XHS</a:t>
                      </a: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Positive exposure on XHS and Douyin + data penetration on AI platforms</a:t>
                      </a: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Generate engine optimization</a:t>
                      </a:r>
                      <a:endParaRPr lang="zh-CN" altLang="en-US" sz="1050" kern="1200" dirty="0">
                        <a:solidFill>
                          <a:schemeClr val="dk1"/>
                        </a:solidFill>
                        <a:latin typeface="+mn-lt"/>
                        <a:ea typeface="+mn-ea"/>
                        <a:cs typeface="+mn-cs"/>
                      </a:endParaRPr>
                    </a:p>
                  </a:txBody>
                  <a:tcPr/>
                </a:tc>
                <a:extLst>
                  <a:ext uri="{0D108BD9-81ED-4DB2-BD59-A6C34878D82A}">
                    <a16:rowId xmlns:a16="http://schemas.microsoft.com/office/drawing/2014/main" val="3839546252"/>
                  </a:ext>
                </a:extLst>
              </a:tr>
              <a:tr h="370840">
                <a:tc>
                  <a:txBody>
                    <a:bodyPr/>
                    <a:lstStyle/>
                    <a:p>
                      <a:r>
                        <a:rPr lang="en-US" altLang="zh-CN" sz="1050" kern="1200" dirty="0">
                          <a:solidFill>
                            <a:schemeClr val="dk1"/>
                          </a:solidFill>
                          <a:latin typeface="+mn-lt"/>
                          <a:ea typeface="+mn-ea"/>
                          <a:cs typeface="+mn-cs"/>
                        </a:rPr>
                        <a:t>Product / Value Proposition</a:t>
                      </a:r>
                    </a:p>
                  </a:txBody>
                  <a:tcPr/>
                </a:tc>
                <a:tc>
                  <a:txBody>
                    <a:bodyPr/>
                    <a:lstStyle/>
                    <a:p>
                      <a:r>
                        <a:rPr lang="en-US" altLang="zh-CN" sz="1050" kern="1200" dirty="0">
                          <a:solidFill>
                            <a:schemeClr val="dk1"/>
                          </a:solidFill>
                          <a:latin typeface="+mn-lt"/>
                          <a:ea typeface="+mn-ea"/>
                          <a:cs typeface="+mn-cs"/>
                        </a:rPr>
                        <a:t>Local Value Brands ‘s aggressive pricing</a:t>
                      </a:r>
                    </a:p>
                    <a:p>
                      <a:endParaRPr lang="en-US" altLang="zh-CN" sz="1050" kern="1200" dirty="0">
                        <a:solidFill>
                          <a:schemeClr val="dk1"/>
                        </a:solidFill>
                        <a:latin typeface="+mn-lt"/>
                        <a:ea typeface="+mn-ea"/>
                        <a:cs typeface="+mn-cs"/>
                      </a:endParaRPr>
                    </a:p>
                    <a:p>
                      <a:endParaRPr lang="zh-CN" altLang="en-US" sz="1050" kern="1200" dirty="0">
                        <a:solidFill>
                          <a:schemeClr val="dk1"/>
                        </a:solidFill>
                        <a:latin typeface="+mn-lt"/>
                        <a:ea typeface="+mn-ea"/>
                        <a:cs typeface="+mn-cs"/>
                      </a:endParaRP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Taobao price undercutting / channel price erosion; margin pressure; brand mindshare diluted by low-cost alternatives</a:t>
                      </a: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Enforce price &amp; channel governance </a:t>
                      </a:r>
                      <a:endParaRPr lang="zh-CN" altLang="en-US" sz="1050" kern="1200" dirty="0">
                        <a:solidFill>
                          <a:schemeClr val="dk1"/>
                        </a:solidFill>
                        <a:latin typeface="+mn-lt"/>
                        <a:ea typeface="+mn-ea"/>
                        <a:cs typeface="+mn-cs"/>
                      </a:endParaRPr>
                    </a:p>
                  </a:txBody>
                  <a:tcPr/>
                </a:tc>
                <a:tc>
                  <a:txBody>
                    <a:bodyPr/>
                    <a:lstStyle/>
                    <a:p>
                      <a:pPr marL="0" algn="l" defTabSz="914400" rtl="0" eaLnBrk="1" latinLnBrk="0" hangingPunct="1"/>
                      <a:r>
                        <a:rPr lang="en-US" altLang="zh-CN" sz="1050" kern="1200" dirty="0">
                          <a:solidFill>
                            <a:schemeClr val="dk1"/>
                          </a:solidFill>
                          <a:latin typeface="+mn-lt"/>
                          <a:ea typeface="+mn-ea"/>
                          <a:cs typeface="+mn-cs"/>
                        </a:rPr>
                        <a:t>Price‑tracking platform (e‑commerce crawlers + AI anomaly monitoring)</a:t>
                      </a:r>
                    </a:p>
                    <a:p>
                      <a:pPr marL="0" algn="l" defTabSz="914400" rtl="0" eaLnBrk="1" latinLnBrk="0" hangingPunct="1"/>
                      <a:r>
                        <a:rPr lang="en-US" altLang="zh-CN" sz="1050" kern="1200" dirty="0">
                          <a:solidFill>
                            <a:schemeClr val="dk1"/>
                          </a:solidFill>
                          <a:latin typeface="+mn-lt"/>
                          <a:ea typeface="+mn-ea"/>
                          <a:cs typeface="+mn-cs"/>
                        </a:rPr>
                        <a:t>Distributor data‑integration tools (sale‑in / sale‑out / stores)</a:t>
                      </a:r>
                    </a:p>
                    <a:p>
                      <a:pPr marL="0" algn="l" defTabSz="914400" rtl="0" eaLnBrk="1" latinLnBrk="0" hangingPunct="1"/>
                      <a:endParaRPr lang="zh-CN" altLang="en-US" sz="1050" kern="1200" dirty="0">
                        <a:solidFill>
                          <a:schemeClr val="dk1"/>
                        </a:solidFill>
                        <a:latin typeface="+mn-lt"/>
                        <a:ea typeface="+mn-ea"/>
                        <a:cs typeface="+mn-cs"/>
                      </a:endParaRPr>
                    </a:p>
                  </a:txBody>
                  <a:tcPr/>
                </a:tc>
                <a:extLst>
                  <a:ext uri="{0D108BD9-81ED-4DB2-BD59-A6C34878D82A}">
                    <a16:rowId xmlns:a16="http://schemas.microsoft.com/office/drawing/2014/main" val="3024628589"/>
                  </a:ext>
                </a:extLst>
              </a:tr>
            </a:tbl>
          </a:graphicData>
        </a:graphic>
      </p:graphicFrame>
      <p:sp>
        <p:nvSpPr>
          <p:cNvPr id="20" name="文本框 19">
            <a:extLst>
              <a:ext uri="{FF2B5EF4-FFF2-40B4-BE49-F238E27FC236}">
                <a16:creationId xmlns:a16="http://schemas.microsoft.com/office/drawing/2014/main" id="{B7AAA327-BB77-8BC5-EB9D-9806B1BC0CE5}"/>
              </a:ext>
            </a:extLst>
          </p:cNvPr>
          <p:cNvSpPr txBox="1"/>
          <p:nvPr/>
        </p:nvSpPr>
        <p:spPr bwMode="gray">
          <a:xfrm>
            <a:off x="479424" y="4955482"/>
            <a:ext cx="10946622" cy="236924"/>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US" altLang="zh-CN" sz="1200" dirty="0">
                <a:solidFill>
                  <a:schemeClr val="accent2">
                    <a:lumMod val="50000"/>
                  </a:schemeClr>
                </a:solidFill>
                <a:effectLst>
                  <a:outerShdw blurRad="38100" dist="38100" dir="2700000" algn="tl">
                    <a:srgbClr val="000000">
                      <a:alpha val="43137"/>
                    </a:srgbClr>
                  </a:outerShdw>
                </a:effectLst>
              </a:rPr>
              <a:t>Improve user reach and market competitiveness through strengthening content and channel governance.</a:t>
            </a:r>
            <a:endParaRPr lang="zh-CN" altLang="en-US" sz="1200" dirty="0">
              <a:solidFill>
                <a:schemeClr val="accent2">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08095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BAC3C-52E0-FF24-19C4-F7E99324C9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B9F4C58-1F69-D816-CB91-AF2CD1D372E2}"/>
              </a:ext>
            </a:extLst>
          </p:cNvPr>
          <p:cNvSpPr>
            <a:spLocks noGrp="1"/>
          </p:cNvSpPr>
          <p:nvPr>
            <p:ph type="title"/>
          </p:nvPr>
        </p:nvSpPr>
        <p:spPr/>
        <p:txBody>
          <a:bodyPr/>
          <a:lstStyle/>
          <a:p>
            <a:r>
              <a:rPr lang="en-US" altLang="zh-CN" dirty="0"/>
              <a:t>Pet Owner Journey / Experience</a:t>
            </a:r>
            <a:r>
              <a:rPr lang="zh-CN" altLang="en-US" dirty="0"/>
              <a:t>：</a:t>
            </a:r>
            <a:r>
              <a:rPr lang="en-US" altLang="zh-CN" dirty="0"/>
              <a:t>Boehringer vs Zoetis</a:t>
            </a:r>
            <a:endParaRPr lang="zh-CN" altLang="en-US" dirty="0"/>
          </a:p>
        </p:txBody>
      </p:sp>
      <p:sp>
        <p:nvSpPr>
          <p:cNvPr id="5" name="页脚占位符 4">
            <a:extLst>
              <a:ext uri="{FF2B5EF4-FFF2-40B4-BE49-F238E27FC236}">
                <a16:creationId xmlns:a16="http://schemas.microsoft.com/office/drawing/2014/main" id="{967C8052-D3D2-5DFC-46AA-00616D72F31B}"/>
              </a:ext>
            </a:extLst>
          </p:cNvPr>
          <p:cNvSpPr>
            <a:spLocks noGrp="1"/>
          </p:cNvSpPr>
          <p:nvPr>
            <p:ph type="ftr" sz="quarter" idx="19"/>
          </p:nvPr>
        </p:nvSpPr>
        <p:spPr/>
        <p:txBody>
          <a:bodyPr/>
          <a:lstStyle/>
          <a:p>
            <a:r>
              <a:rPr lang="en-US"/>
              <a:t>How-to slides     |     ONLY FOR INTERNAL USE</a:t>
            </a:r>
          </a:p>
        </p:txBody>
      </p:sp>
      <p:sp>
        <p:nvSpPr>
          <p:cNvPr id="6" name="灯片编号占位符 5">
            <a:extLst>
              <a:ext uri="{FF2B5EF4-FFF2-40B4-BE49-F238E27FC236}">
                <a16:creationId xmlns:a16="http://schemas.microsoft.com/office/drawing/2014/main" id="{29B7B2F1-B03B-CF8D-C277-0F819E6C8832}"/>
              </a:ext>
            </a:extLst>
          </p:cNvPr>
          <p:cNvSpPr>
            <a:spLocks noGrp="1"/>
          </p:cNvSpPr>
          <p:nvPr>
            <p:ph type="sldNum" sz="quarter" idx="20"/>
          </p:nvPr>
        </p:nvSpPr>
        <p:spPr/>
        <p:txBody>
          <a:bodyPr/>
          <a:lstStyle/>
          <a:p>
            <a:fld id="{DF4E8F9F-5B1F-4F5B-BE49-3245D8C18D9F}" type="slidenum">
              <a:rPr lang="en-US" smtClean="0"/>
              <a:pPr/>
              <a:t>5</a:t>
            </a:fld>
            <a:endParaRPr lang="en-US"/>
          </a:p>
        </p:txBody>
      </p:sp>
      <p:pic>
        <p:nvPicPr>
          <p:cNvPr id="9" name="图片 8">
            <a:extLst>
              <a:ext uri="{FF2B5EF4-FFF2-40B4-BE49-F238E27FC236}">
                <a16:creationId xmlns:a16="http://schemas.microsoft.com/office/drawing/2014/main" id="{28096A86-07F2-1C81-DA83-95C5D7EB6305}"/>
              </a:ext>
            </a:extLst>
          </p:cNvPr>
          <p:cNvPicPr>
            <a:picLocks noChangeAspect="1"/>
          </p:cNvPicPr>
          <p:nvPr/>
        </p:nvPicPr>
        <p:blipFill>
          <a:blip r:embed="rId3"/>
          <a:stretch>
            <a:fillRect/>
          </a:stretch>
        </p:blipFill>
        <p:spPr>
          <a:xfrm>
            <a:off x="95127" y="1213301"/>
            <a:ext cx="2403038" cy="4153667"/>
          </a:xfrm>
          <a:prstGeom prst="rect">
            <a:avLst/>
          </a:prstGeom>
        </p:spPr>
      </p:pic>
      <p:graphicFrame>
        <p:nvGraphicFramePr>
          <p:cNvPr id="12" name="表格 11">
            <a:extLst>
              <a:ext uri="{FF2B5EF4-FFF2-40B4-BE49-F238E27FC236}">
                <a16:creationId xmlns:a16="http://schemas.microsoft.com/office/drawing/2014/main" id="{907802BF-82F8-8C7F-034F-99D4794DDFBB}"/>
              </a:ext>
            </a:extLst>
          </p:cNvPr>
          <p:cNvGraphicFramePr>
            <a:graphicFrameLocks noGrp="1"/>
          </p:cNvGraphicFramePr>
          <p:nvPr>
            <p:extLst>
              <p:ext uri="{D42A27DB-BD31-4B8C-83A1-F6EECF244321}">
                <p14:modId xmlns:p14="http://schemas.microsoft.com/office/powerpoint/2010/main" val="2407957468"/>
              </p:ext>
            </p:extLst>
          </p:nvPr>
        </p:nvGraphicFramePr>
        <p:xfrm>
          <a:off x="3133227" y="1502346"/>
          <a:ext cx="5135345" cy="2937066"/>
        </p:xfrm>
        <a:graphic>
          <a:graphicData uri="http://schemas.openxmlformats.org/drawingml/2006/table">
            <a:tbl>
              <a:tblPr firstRow="1" bandRow="1">
                <a:tableStyleId>{0660B408-B3CF-4A94-85FC-2B1E0A45F4A2}</a:tableStyleId>
              </a:tblPr>
              <a:tblGrid>
                <a:gridCol w="1244851">
                  <a:extLst>
                    <a:ext uri="{9D8B030D-6E8A-4147-A177-3AD203B41FA5}">
                      <a16:colId xmlns:a16="http://schemas.microsoft.com/office/drawing/2014/main" val="1496606046"/>
                    </a:ext>
                  </a:extLst>
                </a:gridCol>
                <a:gridCol w="1003618">
                  <a:extLst>
                    <a:ext uri="{9D8B030D-6E8A-4147-A177-3AD203B41FA5}">
                      <a16:colId xmlns:a16="http://schemas.microsoft.com/office/drawing/2014/main" val="3386164280"/>
                    </a:ext>
                  </a:extLst>
                </a:gridCol>
                <a:gridCol w="874954">
                  <a:extLst>
                    <a:ext uri="{9D8B030D-6E8A-4147-A177-3AD203B41FA5}">
                      <a16:colId xmlns:a16="http://schemas.microsoft.com/office/drawing/2014/main" val="2320907603"/>
                    </a:ext>
                  </a:extLst>
                </a:gridCol>
                <a:gridCol w="874954">
                  <a:extLst>
                    <a:ext uri="{9D8B030D-6E8A-4147-A177-3AD203B41FA5}">
                      <a16:colId xmlns:a16="http://schemas.microsoft.com/office/drawing/2014/main" val="3171052388"/>
                    </a:ext>
                  </a:extLst>
                </a:gridCol>
                <a:gridCol w="1136968">
                  <a:extLst>
                    <a:ext uri="{9D8B030D-6E8A-4147-A177-3AD203B41FA5}">
                      <a16:colId xmlns:a16="http://schemas.microsoft.com/office/drawing/2014/main" val="3515306980"/>
                    </a:ext>
                  </a:extLst>
                </a:gridCol>
              </a:tblGrid>
              <a:tr h="201790">
                <a:tc>
                  <a:txBody>
                    <a:bodyPr/>
                    <a:lstStyle/>
                    <a:p>
                      <a:r>
                        <a:rPr lang="en-US" altLang="zh-CN" sz="1200" dirty="0">
                          <a:latin typeface="+mj-lt"/>
                        </a:rPr>
                        <a:t>Feature</a:t>
                      </a:r>
                      <a:endParaRPr lang="zh-CN" altLang="en-US" sz="1200" dirty="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lt1"/>
                          </a:solidFill>
                          <a:latin typeface="+mj-lt"/>
                          <a:ea typeface="+mn-ea"/>
                          <a:cs typeface="+mn-cs"/>
                        </a:rPr>
                        <a:t>Boehringer</a:t>
                      </a:r>
                      <a:endParaRPr lang="zh-CN" altLang="en-US" sz="1200" b="1" kern="1200" dirty="0">
                        <a:solidFill>
                          <a:schemeClr val="lt1"/>
                        </a:solidFill>
                        <a:latin typeface="+mj-lt"/>
                        <a:ea typeface="+mn-ea"/>
                        <a:cs typeface="+mn-cs"/>
                      </a:endParaRPr>
                    </a:p>
                  </a:txBody>
                  <a:tcPr/>
                </a:tc>
                <a:tc>
                  <a:txBody>
                    <a:bodyPr/>
                    <a:lstStyle/>
                    <a:p>
                      <a:r>
                        <a:rPr lang="en-US" altLang="zh-CN" sz="1200" dirty="0">
                          <a:latin typeface="+mj-lt"/>
                        </a:rPr>
                        <a:t>Zoetis</a:t>
                      </a:r>
                      <a:endParaRPr lang="zh-CN" altLang="en-US" sz="1200" dirty="0">
                        <a:latin typeface="+mj-lt"/>
                      </a:endParaRPr>
                    </a:p>
                  </a:txBody>
                  <a:tcPr/>
                </a:tc>
                <a:tc>
                  <a:txBody>
                    <a:bodyPr/>
                    <a:lstStyle/>
                    <a:p>
                      <a:r>
                        <a:rPr lang="en-US" altLang="zh-CN" sz="1200" dirty="0">
                          <a:latin typeface="+mj-lt"/>
                        </a:rPr>
                        <a:t>Bayer</a:t>
                      </a:r>
                      <a:endParaRPr lang="zh-CN" altLang="en-US" sz="1200" dirty="0">
                        <a:latin typeface="+mj-lt"/>
                      </a:endParaRPr>
                    </a:p>
                  </a:txBody>
                  <a:tcPr/>
                </a:tc>
                <a:tc>
                  <a:txBody>
                    <a:bodyPr/>
                    <a:lstStyle/>
                    <a:p>
                      <a:r>
                        <a:rPr lang="en-US" altLang="zh-CN" sz="1200" dirty="0">
                          <a:latin typeface="+mj-lt"/>
                        </a:rPr>
                        <a:t>Gap Analysis</a:t>
                      </a:r>
                      <a:endParaRPr lang="zh-CN" altLang="en-US" sz="1200" dirty="0">
                        <a:latin typeface="+mj-lt"/>
                      </a:endParaRPr>
                    </a:p>
                  </a:txBody>
                  <a:tcPr/>
                </a:tc>
                <a:extLst>
                  <a:ext uri="{0D108BD9-81ED-4DB2-BD59-A6C34878D82A}">
                    <a16:rowId xmlns:a16="http://schemas.microsoft.com/office/drawing/2014/main" val="367696570"/>
                  </a:ext>
                </a:extLst>
              </a:tr>
              <a:tr h="633787">
                <a:tc>
                  <a:txBody>
                    <a:bodyPr/>
                    <a:lstStyle/>
                    <a:p>
                      <a:r>
                        <a:rPr lang="en-US" altLang="zh-CN" sz="1000" dirty="0">
                          <a:latin typeface="+mn-ea"/>
                          <a:ea typeface="+mn-ea"/>
                        </a:rPr>
                        <a:t>WeChat Mini Program </a:t>
                      </a:r>
                    </a:p>
                  </a:txBody>
                  <a:tcPr/>
                </a:tc>
                <a:tc>
                  <a:txBody>
                    <a:bodyPr/>
                    <a:lstStyle/>
                    <a:p>
                      <a:r>
                        <a:rPr lang="en-US" altLang="zh-CN" sz="1000" dirty="0">
                          <a:solidFill>
                            <a:schemeClr val="accent2"/>
                          </a:solidFill>
                          <a:latin typeface="+mn-ea"/>
                          <a:ea typeface="+mn-ea"/>
                        </a:rPr>
                        <a:t>❌</a:t>
                      </a:r>
                      <a:r>
                        <a:rPr lang="en-US" altLang="zh-CN" sz="1000" dirty="0">
                          <a:latin typeface="+mn-ea"/>
                          <a:ea typeface="+mn-ea"/>
                        </a:rPr>
                        <a:t> None</a:t>
                      </a:r>
                      <a:endParaRPr lang="zh-CN" altLang="en-US" sz="1000" dirty="0">
                        <a:latin typeface="+mn-ea"/>
                        <a:ea typeface="+mn-ea"/>
                      </a:endParaRP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Available</a:t>
                      </a: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Available</a:t>
                      </a:r>
                    </a:p>
                  </a:txBody>
                  <a:tcPr/>
                </a:tc>
                <a:tc>
                  <a:txBody>
                    <a:bodyPr/>
                    <a:lstStyle/>
                    <a:p>
                      <a:pPr marL="0" algn="l" defTabSz="914400" rtl="0" eaLnBrk="1" latinLnBrk="0" hangingPunct="1"/>
                      <a:r>
                        <a:rPr lang="zh-CN" altLang="en-US" sz="1000" kern="1200" dirty="0">
                          <a:solidFill>
                            <a:schemeClr val="dk1"/>
                          </a:solidFill>
                          <a:latin typeface="+mn-ea"/>
                          <a:ea typeface="+mn-ea"/>
                          <a:cs typeface="+mn-cs"/>
                        </a:rPr>
                        <a:t>完全缺失</a:t>
                      </a:r>
                      <a:endParaRPr lang="en-US" altLang="zh-CN" sz="1000" kern="1200" dirty="0">
                        <a:solidFill>
                          <a:schemeClr val="dk1"/>
                        </a:solidFill>
                        <a:latin typeface="+mn-ea"/>
                        <a:ea typeface="+mn-ea"/>
                        <a:cs typeface="+mn-cs"/>
                      </a:endParaRPr>
                    </a:p>
                  </a:txBody>
                  <a:tcPr/>
                </a:tc>
                <a:extLst>
                  <a:ext uri="{0D108BD9-81ED-4DB2-BD59-A6C34878D82A}">
                    <a16:rowId xmlns:a16="http://schemas.microsoft.com/office/drawing/2014/main" val="3220629155"/>
                  </a:ext>
                </a:extLst>
              </a:tr>
              <a:tr h="630936">
                <a:tc>
                  <a:txBody>
                    <a:bodyPr/>
                    <a:lstStyle/>
                    <a:p>
                      <a:r>
                        <a:rPr lang="en-US" altLang="zh-CN" sz="1000" kern="1200" dirty="0">
                          <a:solidFill>
                            <a:schemeClr val="dk1"/>
                          </a:solidFill>
                          <a:latin typeface="+mn-ea"/>
                          <a:ea typeface="+mn-ea"/>
                          <a:cs typeface="+mn-cs"/>
                        </a:rPr>
                        <a:t>Deworming Reminder Tool</a:t>
                      </a:r>
                    </a:p>
                    <a:p>
                      <a:r>
                        <a:rPr lang="en-US" altLang="zh-CN" sz="1000" kern="1200" dirty="0">
                          <a:solidFill>
                            <a:schemeClr val="dk1"/>
                          </a:solidFill>
                          <a:latin typeface="+mn-ea"/>
                          <a:ea typeface="+mn-ea"/>
                          <a:cs typeface="+mn-cs"/>
                        </a:rPr>
                        <a:t>(</a:t>
                      </a:r>
                      <a:r>
                        <a:rPr lang="zh-CN" altLang="en-US" sz="1000" kern="1200" dirty="0">
                          <a:solidFill>
                            <a:schemeClr val="dk1"/>
                          </a:solidFill>
                          <a:latin typeface="+mn-ea"/>
                          <a:ea typeface="+mn-ea"/>
                          <a:cs typeface="+mn-cs"/>
                        </a:rPr>
                        <a:t>驱虫提醒工具）</a:t>
                      </a:r>
                      <a:endParaRPr lang="en-US" altLang="zh-CN" sz="1000" kern="1200" dirty="0">
                        <a:solidFill>
                          <a:schemeClr val="dk1"/>
                        </a:solidFill>
                        <a:latin typeface="+mn-ea"/>
                        <a:ea typeface="+mn-ea"/>
                        <a:cs typeface="+mn-cs"/>
                      </a:endParaRPr>
                    </a:p>
                  </a:txBody>
                  <a:tcPr/>
                </a:tc>
                <a:tc>
                  <a:txBody>
                    <a:bodyPr/>
                    <a:lstStyle/>
                    <a:p>
                      <a:r>
                        <a:rPr lang="en-US" altLang="zh-CN" sz="1000" kern="1200" dirty="0">
                          <a:solidFill>
                            <a:schemeClr val="dk1"/>
                          </a:solidFill>
                          <a:latin typeface="+mn-ea"/>
                          <a:ea typeface="+mn-ea"/>
                          <a:cs typeface="+mn-cs"/>
                        </a:rPr>
                        <a:t>❌ None</a:t>
                      </a:r>
                      <a:endParaRPr lang="zh-CN" altLang="en-US" sz="1000" kern="1200" dirty="0">
                        <a:solidFill>
                          <a:schemeClr val="dk1"/>
                        </a:solidFill>
                        <a:latin typeface="+mn-ea"/>
                        <a:ea typeface="+mn-ea"/>
                        <a:cs typeface="+mn-cs"/>
                      </a:endParaRP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Available</a:t>
                      </a: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Available</a:t>
                      </a:r>
                    </a:p>
                  </a:txBody>
                  <a:tcPr/>
                </a:tc>
                <a:tc>
                  <a:txBody>
                    <a:bodyPr/>
                    <a:lstStyle/>
                    <a:p>
                      <a:pPr marL="0" algn="l" defTabSz="914400" rtl="0" eaLnBrk="1" latinLnBrk="0" hangingPunct="1"/>
                      <a:r>
                        <a:rPr lang="zh-CN" altLang="en-US" sz="1000" kern="1200" dirty="0">
                          <a:solidFill>
                            <a:schemeClr val="dk1"/>
                          </a:solidFill>
                          <a:latin typeface="+mn-ea"/>
                          <a:ea typeface="+mn-ea"/>
                          <a:cs typeface="+mn-cs"/>
                        </a:rPr>
                        <a:t>用户粘性低</a:t>
                      </a:r>
                      <a:endParaRPr lang="en-US" altLang="zh-CN" sz="1000" kern="1200" dirty="0">
                        <a:solidFill>
                          <a:schemeClr val="dk1"/>
                        </a:solidFill>
                        <a:latin typeface="+mn-ea"/>
                        <a:ea typeface="+mn-ea"/>
                        <a:cs typeface="+mn-cs"/>
                      </a:endParaRPr>
                    </a:p>
                  </a:txBody>
                  <a:tcPr/>
                </a:tc>
                <a:extLst>
                  <a:ext uri="{0D108BD9-81ED-4DB2-BD59-A6C34878D82A}">
                    <a16:rowId xmlns:a16="http://schemas.microsoft.com/office/drawing/2014/main" val="3187634620"/>
                  </a:ext>
                </a:extLst>
              </a:tr>
              <a:tr h="662940">
                <a:tc>
                  <a:txBody>
                    <a:bodyPr/>
                    <a:lstStyle/>
                    <a:p>
                      <a:r>
                        <a:rPr lang="en-US" altLang="zh-CN" sz="1000" kern="1200" dirty="0">
                          <a:solidFill>
                            <a:schemeClr val="dk1"/>
                          </a:solidFill>
                          <a:latin typeface="+mn-ea"/>
                          <a:ea typeface="+mn-ea"/>
                          <a:cs typeface="+mn-cs"/>
                        </a:rPr>
                        <a:t>Online Vet Consultation</a:t>
                      </a:r>
                    </a:p>
                    <a:p>
                      <a:r>
                        <a:rPr lang="en-US" altLang="zh-CN" sz="1000" kern="1200" dirty="0">
                          <a:solidFill>
                            <a:schemeClr val="dk1"/>
                          </a:solidFill>
                          <a:latin typeface="+mn-ea"/>
                          <a:ea typeface="+mn-ea"/>
                          <a:cs typeface="+mn-cs"/>
                        </a:rPr>
                        <a:t>(</a:t>
                      </a:r>
                      <a:r>
                        <a:rPr lang="zh-CN" altLang="en-US" sz="1000" kern="1200" dirty="0">
                          <a:solidFill>
                            <a:schemeClr val="dk1"/>
                          </a:solidFill>
                          <a:latin typeface="+mn-ea"/>
                          <a:ea typeface="+mn-ea"/>
                          <a:cs typeface="+mn-cs"/>
                        </a:rPr>
                        <a:t>在线问诊</a:t>
                      </a:r>
                      <a:r>
                        <a:rPr lang="en-US" altLang="zh-CN" sz="1000" kern="1200" dirty="0">
                          <a:solidFill>
                            <a:schemeClr val="dk1"/>
                          </a:solidFill>
                          <a:latin typeface="+mn-ea"/>
                          <a:ea typeface="+mn-ea"/>
                          <a:cs typeface="+mn-cs"/>
                        </a:rPr>
                        <a:t>)</a:t>
                      </a:r>
                    </a:p>
                  </a:txBody>
                  <a:tcPr/>
                </a:tc>
                <a:tc>
                  <a:txBody>
                    <a:bodyPr/>
                    <a:lstStyle/>
                    <a:p>
                      <a:r>
                        <a:rPr lang="en-US" altLang="zh-CN" sz="1000" kern="1200" dirty="0">
                          <a:solidFill>
                            <a:schemeClr val="dk1"/>
                          </a:solidFill>
                          <a:latin typeface="+mn-ea"/>
                          <a:ea typeface="+mn-ea"/>
                          <a:cs typeface="+mn-cs"/>
                        </a:rPr>
                        <a:t>❌ None</a:t>
                      </a:r>
                      <a:endParaRPr lang="zh-CN" altLang="en-US" sz="1000" kern="1200" dirty="0">
                        <a:solidFill>
                          <a:schemeClr val="dk1"/>
                        </a:solidFill>
                        <a:latin typeface="+mn-ea"/>
                        <a:ea typeface="+mn-ea"/>
                        <a:cs typeface="+mn-cs"/>
                      </a:endParaRP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Available</a:t>
                      </a: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None</a:t>
                      </a:r>
                    </a:p>
                    <a:p>
                      <a:pPr marL="0" algn="l" defTabSz="914400" rtl="0" eaLnBrk="1" latinLnBrk="0" hangingPunct="1"/>
                      <a:endParaRPr lang="en-US" altLang="zh-CN" sz="1000" kern="1200" dirty="0">
                        <a:solidFill>
                          <a:schemeClr val="dk1"/>
                        </a:solidFill>
                        <a:latin typeface="+mn-ea"/>
                        <a:ea typeface="+mn-ea"/>
                        <a:cs typeface="+mn-cs"/>
                      </a:endParaRPr>
                    </a:p>
                  </a:txBody>
                  <a:tcPr/>
                </a:tc>
                <a:tc>
                  <a:txBody>
                    <a:bodyPr/>
                    <a:lstStyle/>
                    <a:p>
                      <a:pPr marL="0" algn="l" defTabSz="914400" rtl="0" eaLnBrk="1" latinLnBrk="0" hangingPunct="1"/>
                      <a:r>
                        <a:rPr lang="zh-CN" altLang="en-US" sz="1000" kern="1200" dirty="0">
                          <a:solidFill>
                            <a:schemeClr val="dk1"/>
                          </a:solidFill>
                          <a:latin typeface="+mn-ea"/>
                          <a:ea typeface="+mn-ea"/>
                          <a:cs typeface="+mn-cs"/>
                        </a:rPr>
                        <a:t>服务闭环差</a:t>
                      </a:r>
                      <a:endParaRPr lang="en-US" altLang="zh-CN" sz="1000" kern="1200" dirty="0">
                        <a:solidFill>
                          <a:schemeClr val="dk1"/>
                        </a:solidFill>
                        <a:latin typeface="+mn-ea"/>
                        <a:ea typeface="+mn-ea"/>
                        <a:cs typeface="+mn-cs"/>
                      </a:endParaRPr>
                    </a:p>
                  </a:txBody>
                  <a:tcPr/>
                </a:tc>
                <a:extLst>
                  <a:ext uri="{0D108BD9-81ED-4DB2-BD59-A6C34878D82A}">
                    <a16:rowId xmlns:a16="http://schemas.microsoft.com/office/drawing/2014/main" val="1515638420"/>
                  </a:ext>
                </a:extLst>
              </a:tr>
              <a:tr h="735083">
                <a:tc>
                  <a:txBody>
                    <a:bodyPr/>
                    <a:lstStyle/>
                    <a:p>
                      <a:r>
                        <a:rPr lang="en-US" altLang="zh-CN" sz="1000" kern="1200" dirty="0">
                          <a:solidFill>
                            <a:schemeClr val="dk1"/>
                          </a:solidFill>
                          <a:latin typeface="+mn-ea"/>
                          <a:ea typeface="+mn-ea"/>
                          <a:cs typeface="+mn-cs"/>
                        </a:rPr>
                        <a:t>Product Comparison Tool</a:t>
                      </a:r>
                    </a:p>
                    <a:p>
                      <a:r>
                        <a:rPr lang="en-US" altLang="zh-CN" sz="1000" kern="1200" dirty="0">
                          <a:solidFill>
                            <a:schemeClr val="dk1"/>
                          </a:solidFill>
                          <a:latin typeface="+mn-ea"/>
                          <a:ea typeface="+mn-ea"/>
                          <a:cs typeface="+mn-cs"/>
                        </a:rPr>
                        <a:t>(</a:t>
                      </a:r>
                      <a:r>
                        <a:rPr lang="zh-CN" altLang="en-US" sz="1000" kern="1200" dirty="0">
                          <a:solidFill>
                            <a:schemeClr val="dk1"/>
                          </a:solidFill>
                          <a:latin typeface="+mn-ea"/>
                          <a:ea typeface="+mn-ea"/>
                          <a:cs typeface="+mn-cs"/>
                        </a:rPr>
                        <a:t>驱虫产品对比工具）</a:t>
                      </a:r>
                      <a:endParaRPr lang="en-US" altLang="zh-CN" sz="1000" kern="1200" dirty="0">
                        <a:solidFill>
                          <a:schemeClr val="dk1"/>
                        </a:solidFill>
                        <a:latin typeface="+mn-ea"/>
                        <a:ea typeface="+mn-ea"/>
                        <a:cs typeface="+mn-cs"/>
                      </a:endParaRPr>
                    </a:p>
                  </a:txBody>
                  <a:tcPr/>
                </a:tc>
                <a:tc>
                  <a:txBody>
                    <a:bodyPr/>
                    <a:lstStyle/>
                    <a:p>
                      <a:r>
                        <a:rPr lang="zh-CN" altLang="en-US" sz="1000" kern="1200" dirty="0">
                          <a:solidFill>
                            <a:schemeClr val="dk1"/>
                          </a:solidFill>
                          <a:latin typeface="+mn-ea"/>
                          <a:ea typeface="+mn-ea"/>
                          <a:cs typeface="+mn-cs"/>
                        </a:rPr>
                        <a:t>❌ </a:t>
                      </a:r>
                      <a:r>
                        <a:rPr lang="en-US" altLang="zh-CN" sz="1000" kern="1200" dirty="0">
                          <a:solidFill>
                            <a:schemeClr val="dk1"/>
                          </a:solidFill>
                          <a:latin typeface="+mn-ea"/>
                          <a:ea typeface="+mn-ea"/>
                          <a:cs typeface="+mn-cs"/>
                        </a:rPr>
                        <a:t>None</a:t>
                      </a:r>
                      <a:endParaRPr lang="zh-CN" altLang="en-US" sz="1000" kern="1200" dirty="0">
                        <a:solidFill>
                          <a:schemeClr val="dk1"/>
                        </a:solidFill>
                        <a:latin typeface="+mn-ea"/>
                        <a:ea typeface="+mn-ea"/>
                        <a:cs typeface="+mn-cs"/>
                      </a:endParaRP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Available</a:t>
                      </a:r>
                    </a:p>
                    <a:p>
                      <a:pPr marL="0" algn="l" defTabSz="914400" rtl="0" eaLnBrk="1" latinLnBrk="0" hangingPunct="1"/>
                      <a:endParaRPr lang="en-US" altLang="zh-CN" sz="1000" kern="1200" dirty="0">
                        <a:solidFill>
                          <a:schemeClr val="dk1"/>
                        </a:solidFill>
                        <a:latin typeface="+mn-ea"/>
                        <a:ea typeface="+mn-ea"/>
                        <a:cs typeface="+mn-cs"/>
                      </a:endParaRPr>
                    </a:p>
                  </a:txBody>
                  <a:tcPr/>
                </a:tc>
                <a:tc>
                  <a:txBody>
                    <a:bodyPr/>
                    <a:lstStyle/>
                    <a:p>
                      <a:pPr marL="0" algn="l" defTabSz="914400" rtl="0" eaLnBrk="1" latinLnBrk="0" hangingPunct="1"/>
                      <a:r>
                        <a:rPr lang="en-US" altLang="zh-CN" sz="1000" kern="1200" dirty="0">
                          <a:solidFill>
                            <a:schemeClr val="dk1"/>
                          </a:solidFill>
                          <a:latin typeface="+mn-ea"/>
                          <a:ea typeface="+mn-ea"/>
                          <a:cs typeface="+mn-cs"/>
                        </a:rPr>
                        <a:t>❌ None</a:t>
                      </a:r>
                    </a:p>
                    <a:p>
                      <a:pPr marL="0" algn="l" defTabSz="914400" rtl="0" eaLnBrk="1" latinLnBrk="0" hangingPunct="1"/>
                      <a:endParaRPr lang="en-US" altLang="zh-CN" sz="1000" kern="1200" dirty="0">
                        <a:solidFill>
                          <a:schemeClr val="dk1"/>
                        </a:solidFill>
                        <a:latin typeface="+mn-ea"/>
                        <a:ea typeface="+mn-ea"/>
                        <a:cs typeface="+mn-cs"/>
                      </a:endParaRPr>
                    </a:p>
                  </a:txBody>
                  <a:tcPr/>
                </a:tc>
                <a:tc>
                  <a:txBody>
                    <a:bodyPr/>
                    <a:lstStyle/>
                    <a:p>
                      <a:pPr marL="0" algn="l" defTabSz="914400" rtl="0" eaLnBrk="1" latinLnBrk="0" hangingPunct="1"/>
                      <a:r>
                        <a:rPr lang="zh-CN" altLang="en-US" sz="1000" kern="1200" dirty="0">
                          <a:solidFill>
                            <a:schemeClr val="dk1"/>
                          </a:solidFill>
                          <a:latin typeface="+mn-ea"/>
                          <a:ea typeface="+mn-ea"/>
                          <a:cs typeface="+mn-cs"/>
                        </a:rPr>
                        <a:t>决策支持弱 </a:t>
                      </a:r>
                      <a:endParaRPr lang="en-US" altLang="zh-CN" sz="1000" kern="1200" dirty="0">
                        <a:solidFill>
                          <a:schemeClr val="dk1"/>
                        </a:solidFill>
                        <a:latin typeface="+mn-ea"/>
                        <a:ea typeface="+mn-ea"/>
                        <a:cs typeface="+mn-cs"/>
                      </a:endParaRPr>
                    </a:p>
                  </a:txBody>
                  <a:tcPr/>
                </a:tc>
                <a:extLst>
                  <a:ext uri="{0D108BD9-81ED-4DB2-BD59-A6C34878D82A}">
                    <a16:rowId xmlns:a16="http://schemas.microsoft.com/office/drawing/2014/main" val="1245082734"/>
                  </a:ext>
                </a:extLst>
              </a:tr>
            </a:tbl>
          </a:graphicData>
        </a:graphic>
      </p:graphicFrame>
      <p:sp>
        <p:nvSpPr>
          <p:cNvPr id="15" name="文本框 14">
            <a:extLst>
              <a:ext uri="{FF2B5EF4-FFF2-40B4-BE49-F238E27FC236}">
                <a16:creationId xmlns:a16="http://schemas.microsoft.com/office/drawing/2014/main" id="{0AF8B8B5-C5F8-02E2-B29F-99AEEBD227FC}"/>
              </a:ext>
            </a:extLst>
          </p:cNvPr>
          <p:cNvSpPr txBox="1"/>
          <p:nvPr/>
        </p:nvSpPr>
        <p:spPr bwMode="gray">
          <a:xfrm>
            <a:off x="2180088" y="5405205"/>
            <a:ext cx="7265709" cy="584134"/>
          </a:xfrm>
          <a:prstGeom prst="rect">
            <a:avLst/>
          </a:prstGeom>
          <a:noFill/>
        </p:spPr>
        <p:txBody>
          <a:bodyPr wrap="square">
            <a:spAutoFit/>
          </a:bodyPr>
          <a:lstStyle/>
          <a:p>
            <a:pPr>
              <a:lnSpc>
                <a:spcPct val="140000"/>
              </a:lnSpc>
            </a:pPr>
            <a:r>
              <a:rPr lang="zh-CN" altLang="en-US" sz="1200" b="1" dirty="0">
                <a:solidFill>
                  <a:schemeClr val="accent2">
                    <a:lumMod val="50000"/>
                  </a:schemeClr>
                </a:solidFill>
              </a:rPr>
              <a:t>勃林格在数字化宠物主人体验工具方面全面落后于竞争对手，尤其是微信小程序和驱虫提醒等核心功能的缺失，导致用户粘性和服务闭环能力严重不足。</a:t>
            </a:r>
          </a:p>
        </p:txBody>
      </p:sp>
      <p:pic>
        <p:nvPicPr>
          <p:cNvPr id="4" name="图片 3">
            <a:extLst>
              <a:ext uri="{FF2B5EF4-FFF2-40B4-BE49-F238E27FC236}">
                <a16:creationId xmlns:a16="http://schemas.microsoft.com/office/drawing/2014/main" id="{CDFDC698-2D5A-972E-ACD6-AA4F015621A7}"/>
              </a:ext>
            </a:extLst>
          </p:cNvPr>
          <p:cNvPicPr>
            <a:picLocks noChangeAspect="1"/>
          </p:cNvPicPr>
          <p:nvPr/>
        </p:nvPicPr>
        <p:blipFill>
          <a:blip r:embed="rId4"/>
          <a:stretch>
            <a:fillRect/>
          </a:stretch>
        </p:blipFill>
        <p:spPr>
          <a:xfrm>
            <a:off x="8832304" y="1160728"/>
            <a:ext cx="1937084" cy="4206240"/>
          </a:xfrm>
          <a:prstGeom prst="rect">
            <a:avLst/>
          </a:prstGeom>
        </p:spPr>
      </p:pic>
    </p:spTree>
    <p:extLst>
      <p:ext uri="{BB962C8B-B14F-4D97-AF65-F5344CB8AC3E}">
        <p14:creationId xmlns:p14="http://schemas.microsoft.com/office/powerpoint/2010/main" val="235724537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476225-25CC-92FC-BF1F-865801199EAE}"/>
              </a:ext>
            </a:extLst>
          </p:cNvPr>
          <p:cNvSpPr>
            <a:spLocks noGrp="1"/>
          </p:cNvSpPr>
          <p:nvPr>
            <p:ph type="title"/>
          </p:nvPr>
        </p:nvSpPr>
        <p:spPr/>
        <p:txBody>
          <a:bodyPr/>
          <a:lstStyle/>
          <a:p>
            <a:r>
              <a:rPr lang="en-US" altLang="zh-CN" dirty="0"/>
              <a:t>Pet Owner Journey / Experience </a:t>
            </a:r>
            <a:r>
              <a:rPr lang="zh-CN" altLang="en-US" dirty="0"/>
              <a:t>：</a:t>
            </a:r>
            <a:r>
              <a:rPr lang="en-US" altLang="zh-CN" dirty="0"/>
              <a:t>Market insights</a:t>
            </a:r>
            <a:endParaRPr lang="zh-CN" altLang="en-US" dirty="0"/>
          </a:p>
        </p:txBody>
      </p:sp>
      <p:sp>
        <p:nvSpPr>
          <p:cNvPr id="3" name="内容占位符 2">
            <a:extLst>
              <a:ext uri="{FF2B5EF4-FFF2-40B4-BE49-F238E27FC236}">
                <a16:creationId xmlns:a16="http://schemas.microsoft.com/office/drawing/2014/main" id="{D27B7B38-633F-34B1-B275-2290F4668FD6}"/>
              </a:ext>
            </a:extLst>
          </p:cNvPr>
          <p:cNvSpPr>
            <a:spLocks noGrp="1"/>
          </p:cNvSpPr>
          <p:nvPr>
            <p:ph idx="1"/>
          </p:nvPr>
        </p:nvSpPr>
        <p:spPr>
          <a:xfrm>
            <a:off x="479424" y="1084346"/>
            <a:ext cx="11233151" cy="4392000"/>
          </a:xfrm>
        </p:spPr>
        <p:txBody>
          <a:bodyPr/>
          <a:lstStyle/>
          <a:p>
            <a:pPr marL="0" indent="0">
              <a:buNone/>
            </a:pPr>
            <a:r>
              <a:rPr lang="en-US" altLang="zh-CN" sz="1400" b="1" dirty="0">
                <a:solidFill>
                  <a:schemeClr val="accent2">
                    <a:lumMod val="50000"/>
                  </a:schemeClr>
                </a:solidFill>
                <a:latin typeface="+mj-ea"/>
                <a:ea typeface="+mj-ea"/>
              </a:rPr>
              <a:t>Competitors’ Approach</a:t>
            </a:r>
            <a:r>
              <a:rPr lang="zh-CN" altLang="en-US" sz="1400" b="1" dirty="0">
                <a:solidFill>
                  <a:schemeClr val="accent2">
                    <a:lumMod val="50000"/>
                  </a:schemeClr>
                </a:solidFill>
                <a:latin typeface="+mj-ea"/>
                <a:ea typeface="+mj-ea"/>
              </a:rPr>
              <a:t>：</a:t>
            </a:r>
            <a:endParaRPr lang="en-US" altLang="zh-CN" sz="1400" b="1" dirty="0">
              <a:solidFill>
                <a:schemeClr val="accent2">
                  <a:lumMod val="50000"/>
                </a:schemeClr>
              </a:solidFill>
              <a:latin typeface="+mj-ea"/>
              <a:ea typeface="+mj-ea"/>
            </a:endParaRPr>
          </a:p>
          <a:p>
            <a:pPr marL="0" indent="0">
              <a:buNone/>
            </a:pPr>
            <a:r>
              <a:rPr lang="zh-CN" altLang="en-US" sz="800" b="1" dirty="0">
                <a:solidFill>
                  <a:schemeClr val="accent2">
                    <a:lumMod val="50000"/>
                  </a:schemeClr>
                </a:solidFill>
                <a:latin typeface="+mj-ea"/>
                <a:ea typeface="+mj-ea"/>
              </a:rPr>
              <a:t>硕腾</a:t>
            </a:r>
          </a:p>
          <a:p>
            <a:r>
              <a:rPr lang="zh-CN" altLang="en-US" sz="800" dirty="0">
                <a:solidFill>
                  <a:schemeClr val="accent2">
                    <a:lumMod val="50000"/>
                  </a:schemeClr>
                </a:solidFill>
                <a:latin typeface="+mj-ea"/>
                <a:ea typeface="+mj-ea"/>
              </a:rPr>
              <a:t>建立微信小程序生态系统，作为一站式宠物健康平台</a:t>
            </a:r>
          </a:p>
          <a:p>
            <a:r>
              <a:rPr lang="zh-CN" altLang="en-US" sz="800" dirty="0">
                <a:solidFill>
                  <a:schemeClr val="accent2">
                    <a:lumMod val="50000"/>
                  </a:schemeClr>
                </a:solidFill>
                <a:latin typeface="+mj-ea"/>
                <a:ea typeface="+mj-ea"/>
              </a:rPr>
              <a:t>集成驱虫提醒系统，推送通知和日历同步</a:t>
            </a:r>
          </a:p>
          <a:p>
            <a:r>
              <a:rPr lang="zh-CN" altLang="en-US" sz="800" dirty="0">
                <a:solidFill>
                  <a:schemeClr val="accent2">
                    <a:lumMod val="50000"/>
                  </a:schemeClr>
                </a:solidFill>
                <a:latin typeface="+mj-ea"/>
                <a:ea typeface="+mj-ea"/>
              </a:rPr>
              <a:t>推出在线兽医咨询服务，持续用户互动</a:t>
            </a:r>
          </a:p>
          <a:p>
            <a:r>
              <a:rPr lang="zh-CN" altLang="en-US" sz="800" dirty="0">
                <a:solidFill>
                  <a:schemeClr val="accent2">
                    <a:lumMod val="50000"/>
                  </a:schemeClr>
                </a:solidFill>
                <a:latin typeface="+mj-ea"/>
                <a:ea typeface="+mj-ea"/>
              </a:rPr>
              <a:t>开发产品对比工具，引导购买决策</a:t>
            </a:r>
          </a:p>
          <a:p>
            <a:r>
              <a:rPr lang="zh-CN" altLang="en-US" sz="800" dirty="0">
                <a:solidFill>
                  <a:schemeClr val="accent2">
                    <a:lumMod val="50000"/>
                  </a:schemeClr>
                </a:solidFill>
                <a:latin typeface="+mj-ea"/>
                <a:ea typeface="+mj-ea"/>
              </a:rPr>
              <a:t>建立会员体系，积分、订阅和忠诚度奖励</a:t>
            </a:r>
          </a:p>
          <a:p>
            <a:pPr marL="0" indent="0">
              <a:buNone/>
            </a:pPr>
            <a:r>
              <a:rPr lang="en-US" altLang="zh-CN" sz="1400" b="1" dirty="0">
                <a:solidFill>
                  <a:schemeClr val="accent2">
                    <a:lumMod val="50000"/>
                  </a:schemeClr>
                </a:solidFill>
                <a:latin typeface="+mj-ea"/>
                <a:ea typeface="+mj-ea"/>
              </a:rPr>
              <a:t>Pain Points</a:t>
            </a:r>
            <a:r>
              <a:rPr lang="zh-CN" altLang="en-US" sz="1400" b="1" dirty="0">
                <a:solidFill>
                  <a:schemeClr val="accent2">
                    <a:lumMod val="50000"/>
                  </a:schemeClr>
                </a:solidFill>
                <a:latin typeface="+mj-ea"/>
                <a:ea typeface="+mj-ea"/>
              </a:rPr>
              <a:t>：</a:t>
            </a:r>
            <a:endParaRPr lang="en-US" altLang="zh-CN" sz="1400" b="1" dirty="0">
              <a:solidFill>
                <a:schemeClr val="accent2">
                  <a:lumMod val="50000"/>
                </a:schemeClr>
              </a:solidFill>
              <a:latin typeface="+mj-ea"/>
              <a:ea typeface="+mj-ea"/>
            </a:endParaRPr>
          </a:p>
          <a:p>
            <a:r>
              <a:rPr lang="zh-CN" altLang="en-US" sz="800" dirty="0">
                <a:solidFill>
                  <a:schemeClr val="accent2">
                    <a:lumMod val="50000"/>
                  </a:schemeClr>
                </a:solidFill>
                <a:latin typeface="+mj-ea"/>
                <a:ea typeface="+mj-ea"/>
              </a:rPr>
              <a:t>无自有渠道触达宠物主</a:t>
            </a:r>
            <a:endParaRPr lang="en-US" altLang="zh-CN" sz="800" dirty="0">
              <a:solidFill>
                <a:schemeClr val="accent2">
                  <a:lumMod val="50000"/>
                </a:schemeClr>
              </a:solidFill>
              <a:latin typeface="+mj-ea"/>
              <a:ea typeface="+mj-ea"/>
            </a:endParaRPr>
          </a:p>
          <a:p>
            <a:r>
              <a:rPr lang="zh-CN" altLang="en-US" sz="800" dirty="0">
                <a:solidFill>
                  <a:schemeClr val="accent2">
                    <a:lumMod val="50000"/>
                  </a:schemeClr>
                </a:solidFill>
                <a:latin typeface="+mj-ea"/>
                <a:ea typeface="+mj-ea"/>
              </a:rPr>
              <a:t>无法追踪和影响宠物主生命周期</a:t>
            </a:r>
            <a:endParaRPr lang="en-US" altLang="zh-CN" sz="800" dirty="0">
              <a:solidFill>
                <a:schemeClr val="accent2">
                  <a:lumMod val="50000"/>
                </a:schemeClr>
              </a:solidFill>
              <a:latin typeface="+mj-ea"/>
              <a:ea typeface="+mj-ea"/>
            </a:endParaRPr>
          </a:p>
          <a:p>
            <a:r>
              <a:rPr lang="zh-CN" altLang="en-US" sz="800" dirty="0">
                <a:solidFill>
                  <a:schemeClr val="accent2">
                    <a:lumMod val="50000"/>
                  </a:schemeClr>
                </a:solidFill>
                <a:latin typeface="+mj-ea"/>
                <a:ea typeface="+mj-ea"/>
              </a:rPr>
              <a:t>无法了解用户行为和偏好</a:t>
            </a:r>
            <a:endParaRPr lang="en-US" altLang="zh-CN" sz="800" dirty="0">
              <a:solidFill>
                <a:schemeClr val="accent2">
                  <a:lumMod val="50000"/>
                </a:schemeClr>
              </a:solidFill>
              <a:latin typeface="+mj-ea"/>
              <a:ea typeface="+mj-ea"/>
            </a:endParaRPr>
          </a:p>
          <a:p>
            <a:r>
              <a:rPr lang="zh-CN" altLang="en-US" sz="800" dirty="0">
                <a:solidFill>
                  <a:schemeClr val="accent2">
                    <a:lumMod val="50000"/>
                  </a:schemeClr>
                </a:solidFill>
                <a:latin typeface="+mj-ea"/>
                <a:ea typeface="+mj-ea"/>
              </a:rPr>
              <a:t>市场份额被数字化竞争对手抢占</a:t>
            </a:r>
            <a:endParaRPr lang="en-US" altLang="zh-CN" sz="800" dirty="0">
              <a:solidFill>
                <a:schemeClr val="accent2">
                  <a:lumMod val="50000"/>
                </a:schemeClr>
              </a:solidFill>
              <a:latin typeface="+mj-ea"/>
              <a:ea typeface="+mj-ea"/>
            </a:endParaRPr>
          </a:p>
          <a:p>
            <a:pPr marL="0" indent="0">
              <a:buNone/>
            </a:pPr>
            <a:r>
              <a:rPr lang="en-US" altLang="zh-CN" sz="1400" b="1" dirty="0">
                <a:solidFill>
                  <a:schemeClr val="accent2">
                    <a:lumMod val="50000"/>
                  </a:schemeClr>
                </a:solidFill>
                <a:latin typeface="+mj-ea"/>
                <a:ea typeface="+mj-ea"/>
              </a:rPr>
              <a:t>IT Digital Opportunities </a:t>
            </a:r>
            <a:r>
              <a:rPr lang="zh-CN" altLang="en-US" sz="1400" b="1" dirty="0">
                <a:solidFill>
                  <a:schemeClr val="accent2">
                    <a:lumMod val="50000"/>
                  </a:schemeClr>
                </a:solidFill>
                <a:latin typeface="+mj-ea"/>
                <a:ea typeface="+mj-ea"/>
              </a:rPr>
              <a:t>：</a:t>
            </a:r>
            <a:endParaRPr lang="en-US" altLang="zh-CN" sz="1400" b="1" dirty="0">
              <a:solidFill>
                <a:schemeClr val="accent2">
                  <a:lumMod val="50000"/>
                </a:schemeClr>
              </a:solidFill>
              <a:latin typeface="+mj-ea"/>
              <a:ea typeface="+mj-ea"/>
            </a:endParaRPr>
          </a:p>
          <a:p>
            <a:r>
              <a:rPr lang="en-US" altLang="zh-CN" sz="800" dirty="0">
                <a:solidFill>
                  <a:schemeClr val="accent2">
                    <a:lumMod val="50000"/>
                  </a:schemeClr>
                </a:solidFill>
                <a:latin typeface="+mj-ea"/>
                <a:ea typeface="+mj-ea"/>
              </a:rPr>
              <a:t>AI</a:t>
            </a:r>
            <a:r>
              <a:rPr lang="zh-CN" altLang="en-US" sz="800" dirty="0">
                <a:solidFill>
                  <a:schemeClr val="accent2">
                    <a:lumMod val="50000"/>
                  </a:schemeClr>
                </a:solidFill>
                <a:latin typeface="+mj-ea"/>
                <a:ea typeface="+mj-ea"/>
              </a:rPr>
              <a:t>宠物健康助手</a:t>
            </a:r>
            <a:endParaRPr lang="en-US" altLang="zh-CN" sz="800" dirty="0">
              <a:solidFill>
                <a:schemeClr val="accent2">
                  <a:lumMod val="50000"/>
                </a:schemeClr>
              </a:solidFill>
              <a:latin typeface="+mj-ea"/>
              <a:ea typeface="+mj-ea"/>
            </a:endParaRPr>
          </a:p>
          <a:p>
            <a:r>
              <a:rPr lang="zh-CN" altLang="en-US" sz="800" dirty="0">
                <a:solidFill>
                  <a:schemeClr val="accent2">
                    <a:lumMod val="50000"/>
                  </a:schemeClr>
                </a:solidFill>
                <a:latin typeface="+mj-ea"/>
                <a:ea typeface="+mj-ea"/>
              </a:rPr>
              <a:t>微信小程序</a:t>
            </a:r>
            <a:endParaRPr lang="en-US" altLang="zh-CN" sz="800" dirty="0">
              <a:solidFill>
                <a:schemeClr val="accent2">
                  <a:lumMod val="50000"/>
                </a:schemeClr>
              </a:solidFill>
              <a:latin typeface="+mj-ea"/>
              <a:ea typeface="+mj-ea"/>
            </a:endParaRPr>
          </a:p>
          <a:p>
            <a:r>
              <a:rPr lang="zh-CN" altLang="en-US" sz="800" dirty="0">
                <a:solidFill>
                  <a:schemeClr val="accent2">
                    <a:lumMod val="50000"/>
                  </a:schemeClr>
                </a:solidFill>
                <a:latin typeface="+mj-ea"/>
                <a:ea typeface="+mj-ea"/>
              </a:rPr>
              <a:t>驱虫提醒系统</a:t>
            </a:r>
            <a:endParaRPr lang="en-US" altLang="zh-CN" sz="800" dirty="0">
              <a:solidFill>
                <a:schemeClr val="accent2">
                  <a:lumMod val="50000"/>
                </a:schemeClr>
              </a:solidFill>
              <a:latin typeface="+mj-ea"/>
              <a:ea typeface="+mj-ea"/>
            </a:endParaRPr>
          </a:p>
          <a:p>
            <a:pPr marL="0" indent="0">
              <a:buNone/>
            </a:pPr>
            <a:endParaRPr lang="en-US" altLang="zh-CN" sz="1000" dirty="0"/>
          </a:p>
          <a:p>
            <a:pPr marL="0" indent="0">
              <a:buNone/>
            </a:pPr>
            <a:endParaRPr lang="en-US" altLang="zh-CN" sz="1000" dirty="0"/>
          </a:p>
          <a:p>
            <a:pPr marL="0" indent="0">
              <a:buNone/>
            </a:pPr>
            <a:endParaRPr lang="en-US" altLang="zh-CN" sz="1000" dirty="0"/>
          </a:p>
          <a:p>
            <a:pPr marL="0" indent="0">
              <a:buNone/>
            </a:pPr>
            <a:endParaRPr lang="en-US" altLang="zh-CN" dirty="0"/>
          </a:p>
          <a:p>
            <a:endParaRPr lang="en-US" altLang="zh-CN" dirty="0"/>
          </a:p>
          <a:p>
            <a:pPr marL="0" indent="0">
              <a:buNone/>
            </a:pPr>
            <a:endParaRPr lang="zh-CN" altLang="en-US" dirty="0"/>
          </a:p>
        </p:txBody>
      </p:sp>
      <p:sp>
        <p:nvSpPr>
          <p:cNvPr id="5" name="页脚占位符 4">
            <a:extLst>
              <a:ext uri="{FF2B5EF4-FFF2-40B4-BE49-F238E27FC236}">
                <a16:creationId xmlns:a16="http://schemas.microsoft.com/office/drawing/2014/main" id="{62BFE0D3-9E07-4E78-1394-FFF7E4BF325C}"/>
              </a:ext>
            </a:extLst>
          </p:cNvPr>
          <p:cNvSpPr>
            <a:spLocks noGrp="1"/>
          </p:cNvSpPr>
          <p:nvPr>
            <p:ph type="ftr" sz="quarter" idx="19"/>
          </p:nvPr>
        </p:nvSpPr>
        <p:spPr/>
        <p:txBody>
          <a:bodyPr/>
          <a:lstStyle/>
          <a:p>
            <a:r>
              <a:rPr lang="en-US"/>
              <a:t>How-to slides     |     ONLY FOR INTERNAL USE</a:t>
            </a:r>
          </a:p>
        </p:txBody>
      </p:sp>
      <p:sp>
        <p:nvSpPr>
          <p:cNvPr id="6" name="灯片编号占位符 5">
            <a:extLst>
              <a:ext uri="{FF2B5EF4-FFF2-40B4-BE49-F238E27FC236}">
                <a16:creationId xmlns:a16="http://schemas.microsoft.com/office/drawing/2014/main" id="{23FB76A0-428A-C434-FF39-8174432AD7AD}"/>
              </a:ext>
            </a:extLst>
          </p:cNvPr>
          <p:cNvSpPr>
            <a:spLocks noGrp="1"/>
          </p:cNvSpPr>
          <p:nvPr>
            <p:ph type="sldNum" sz="quarter" idx="20"/>
          </p:nvPr>
        </p:nvSpPr>
        <p:spPr/>
        <p:txBody>
          <a:bodyPr/>
          <a:lstStyle/>
          <a:p>
            <a:fld id="{DF4E8F9F-5B1F-4F5B-BE49-3245D8C18D9F}" type="slidenum">
              <a:rPr lang="en-US" smtClean="0"/>
              <a:pPr/>
              <a:t>6</a:t>
            </a:fld>
            <a:endParaRPr lang="en-US"/>
          </a:p>
        </p:txBody>
      </p:sp>
      <p:pic>
        <p:nvPicPr>
          <p:cNvPr id="14" name="图片 13">
            <a:extLst>
              <a:ext uri="{FF2B5EF4-FFF2-40B4-BE49-F238E27FC236}">
                <a16:creationId xmlns:a16="http://schemas.microsoft.com/office/drawing/2014/main" id="{EE6FDDB4-B3E3-A465-4639-59E3F5703428}"/>
              </a:ext>
            </a:extLst>
          </p:cNvPr>
          <p:cNvPicPr>
            <a:picLocks noChangeAspect="1"/>
          </p:cNvPicPr>
          <p:nvPr/>
        </p:nvPicPr>
        <p:blipFill>
          <a:blip r:embed="rId2"/>
          <a:stretch>
            <a:fillRect/>
          </a:stretch>
        </p:blipFill>
        <p:spPr>
          <a:xfrm>
            <a:off x="8507618" y="2093749"/>
            <a:ext cx="1640516" cy="3236693"/>
          </a:xfrm>
          <a:prstGeom prst="rect">
            <a:avLst/>
          </a:prstGeom>
        </p:spPr>
      </p:pic>
      <p:pic>
        <p:nvPicPr>
          <p:cNvPr id="16" name="图片 15">
            <a:extLst>
              <a:ext uri="{FF2B5EF4-FFF2-40B4-BE49-F238E27FC236}">
                <a16:creationId xmlns:a16="http://schemas.microsoft.com/office/drawing/2014/main" id="{1FF2B3F9-5ED7-5EEC-ECB0-9CF6D0CDC07C}"/>
              </a:ext>
            </a:extLst>
          </p:cNvPr>
          <p:cNvPicPr>
            <a:picLocks noChangeAspect="1"/>
          </p:cNvPicPr>
          <p:nvPr/>
        </p:nvPicPr>
        <p:blipFill>
          <a:blip r:embed="rId3"/>
          <a:stretch>
            <a:fillRect/>
          </a:stretch>
        </p:blipFill>
        <p:spPr>
          <a:xfrm>
            <a:off x="6188922" y="2083233"/>
            <a:ext cx="1606241" cy="3257727"/>
          </a:xfrm>
          <a:prstGeom prst="rect">
            <a:avLst/>
          </a:prstGeom>
        </p:spPr>
      </p:pic>
    </p:spTree>
    <p:extLst>
      <p:ext uri="{BB962C8B-B14F-4D97-AF65-F5344CB8AC3E}">
        <p14:creationId xmlns:p14="http://schemas.microsoft.com/office/powerpoint/2010/main" val="1279528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7765B-967B-5627-9C5D-B7EDBBAA0F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07759C-67AB-1316-B05A-EF65A855201D}"/>
              </a:ext>
            </a:extLst>
          </p:cNvPr>
          <p:cNvSpPr>
            <a:spLocks noGrp="1"/>
          </p:cNvSpPr>
          <p:nvPr>
            <p:ph type="title"/>
          </p:nvPr>
        </p:nvSpPr>
        <p:spPr/>
        <p:txBody>
          <a:bodyPr/>
          <a:lstStyle/>
          <a:p>
            <a:r>
              <a:rPr lang="en-US" altLang="zh-CN" dirty="0"/>
              <a:t>Pet Owner Journey / Experience</a:t>
            </a:r>
            <a:endParaRPr lang="zh-CN" altLang="en-US" dirty="0"/>
          </a:p>
        </p:txBody>
      </p:sp>
      <p:sp>
        <p:nvSpPr>
          <p:cNvPr id="3" name="内容占位符 2">
            <a:extLst>
              <a:ext uri="{FF2B5EF4-FFF2-40B4-BE49-F238E27FC236}">
                <a16:creationId xmlns:a16="http://schemas.microsoft.com/office/drawing/2014/main" id="{4EEA25C6-1A8B-E277-F4A6-01C3EE0F4013}"/>
              </a:ext>
            </a:extLst>
          </p:cNvPr>
          <p:cNvSpPr>
            <a:spLocks noGrp="1"/>
          </p:cNvSpPr>
          <p:nvPr>
            <p:ph idx="1"/>
          </p:nvPr>
        </p:nvSpPr>
        <p:spPr>
          <a:xfrm>
            <a:off x="479424" y="1084346"/>
            <a:ext cx="11233151" cy="4392000"/>
          </a:xfrm>
        </p:spPr>
        <p:txBody>
          <a:bodyPr/>
          <a:lstStyle/>
          <a:p>
            <a:pPr marL="0" indent="0">
              <a:buNone/>
            </a:pPr>
            <a:endParaRPr lang="en-US" altLang="zh-CN" sz="1000" dirty="0"/>
          </a:p>
          <a:p>
            <a:pPr marL="0" indent="0">
              <a:buNone/>
            </a:pPr>
            <a:endParaRPr lang="en-US" altLang="zh-CN" sz="1000" dirty="0"/>
          </a:p>
          <a:p>
            <a:pPr marL="0" indent="0">
              <a:buNone/>
            </a:pPr>
            <a:endParaRPr lang="en-US" altLang="zh-CN" sz="1000" dirty="0"/>
          </a:p>
          <a:p>
            <a:pPr marL="0" indent="0">
              <a:buNone/>
            </a:pPr>
            <a:endParaRPr lang="en-US" altLang="zh-CN" dirty="0"/>
          </a:p>
          <a:p>
            <a:pPr lvl="1"/>
            <a:endParaRPr lang="en-US" altLang="zh-CN" dirty="0"/>
          </a:p>
          <a:p>
            <a:pPr marL="0" indent="0">
              <a:buNone/>
            </a:pPr>
            <a:endParaRPr lang="zh-CN" altLang="en-US" dirty="0"/>
          </a:p>
        </p:txBody>
      </p:sp>
      <p:sp>
        <p:nvSpPr>
          <p:cNvPr id="5" name="页脚占位符 4">
            <a:extLst>
              <a:ext uri="{FF2B5EF4-FFF2-40B4-BE49-F238E27FC236}">
                <a16:creationId xmlns:a16="http://schemas.microsoft.com/office/drawing/2014/main" id="{7A5DC1FD-3A4B-6903-5E17-4CC1532C151E}"/>
              </a:ext>
            </a:extLst>
          </p:cNvPr>
          <p:cNvSpPr>
            <a:spLocks noGrp="1"/>
          </p:cNvSpPr>
          <p:nvPr>
            <p:ph type="ftr" sz="quarter" idx="19"/>
          </p:nvPr>
        </p:nvSpPr>
        <p:spPr/>
        <p:txBody>
          <a:bodyPr/>
          <a:lstStyle/>
          <a:p>
            <a:r>
              <a:rPr lang="en-US"/>
              <a:t>How-to slides     |     ONLY FOR INTERNAL USE</a:t>
            </a:r>
          </a:p>
        </p:txBody>
      </p:sp>
      <p:sp>
        <p:nvSpPr>
          <p:cNvPr id="6" name="灯片编号占位符 5">
            <a:extLst>
              <a:ext uri="{FF2B5EF4-FFF2-40B4-BE49-F238E27FC236}">
                <a16:creationId xmlns:a16="http://schemas.microsoft.com/office/drawing/2014/main" id="{419969EB-67E0-4811-0DA6-DD7903EA383B}"/>
              </a:ext>
            </a:extLst>
          </p:cNvPr>
          <p:cNvSpPr>
            <a:spLocks noGrp="1"/>
          </p:cNvSpPr>
          <p:nvPr>
            <p:ph type="sldNum" sz="quarter" idx="20"/>
          </p:nvPr>
        </p:nvSpPr>
        <p:spPr/>
        <p:txBody>
          <a:bodyPr/>
          <a:lstStyle/>
          <a:p>
            <a:fld id="{DF4E8F9F-5B1F-4F5B-BE49-3245D8C18D9F}" type="slidenum">
              <a:rPr lang="en-US" smtClean="0"/>
              <a:pPr/>
              <a:t>7</a:t>
            </a:fld>
            <a:endParaRPr lang="en-US"/>
          </a:p>
        </p:txBody>
      </p:sp>
      <p:grpSp>
        <p:nvGrpSpPr>
          <p:cNvPr id="4" name="组合 3">
            <a:extLst>
              <a:ext uri="{FF2B5EF4-FFF2-40B4-BE49-F238E27FC236}">
                <a16:creationId xmlns:a16="http://schemas.microsoft.com/office/drawing/2014/main" id="{F6CCC58D-2787-C733-B910-FF718A753A7C}"/>
              </a:ext>
            </a:extLst>
          </p:cNvPr>
          <p:cNvGrpSpPr>
            <a:grpSpLocks noChangeAspect="1"/>
          </p:cNvGrpSpPr>
          <p:nvPr>
            <p:custDataLst>
              <p:tags r:id="rId1"/>
            </p:custDataLst>
          </p:nvPr>
        </p:nvGrpSpPr>
        <p:grpSpPr>
          <a:xfrm>
            <a:off x="642482" y="477855"/>
            <a:ext cx="10907035" cy="5903145"/>
            <a:chOff x="660852" y="1182435"/>
            <a:chExt cx="10907035" cy="5903145"/>
          </a:xfrm>
        </p:grpSpPr>
        <p:grpSp>
          <p:nvGrpSpPr>
            <p:cNvPr id="7" name="组合 0">
              <a:extLst>
                <a:ext uri="{FF2B5EF4-FFF2-40B4-BE49-F238E27FC236}">
                  <a16:creationId xmlns:a16="http://schemas.microsoft.com/office/drawing/2014/main" id="{E75139B3-D7FE-BE8F-AFAF-7510702C117B}"/>
                </a:ext>
              </a:extLst>
            </p:cNvPr>
            <p:cNvGrpSpPr/>
            <p:nvPr/>
          </p:nvGrpSpPr>
          <p:grpSpPr>
            <a:xfrm rot="180442">
              <a:off x="934199" y="2612904"/>
              <a:ext cx="10633688" cy="4472676"/>
              <a:chOff x="1006769" y="1832022"/>
              <a:chExt cx="12455710" cy="5239044"/>
            </a:xfrm>
          </p:grpSpPr>
          <p:sp>
            <p:nvSpPr>
              <p:cNvPr id="45" name="0">
                <a:extLst>
                  <a:ext uri="{FF2B5EF4-FFF2-40B4-BE49-F238E27FC236}">
                    <a16:creationId xmlns:a16="http://schemas.microsoft.com/office/drawing/2014/main" id="{99F65E04-6F93-2BA5-F053-D99051162A1E}"/>
                  </a:ext>
                </a:extLst>
              </p:cNvPr>
              <p:cNvSpPr/>
              <p:nvPr/>
            </p:nvSpPr>
            <p:spPr>
              <a:xfrm rot="19665372" flipV="1">
                <a:off x="1006769" y="1832022"/>
                <a:ext cx="12455710" cy="5239044"/>
              </a:xfrm>
              <a:prstGeom prst="swooshArrow">
                <a:avLst>
                  <a:gd name="adj1" fmla="val 25000"/>
                  <a:gd name="adj2" fmla="val 25000"/>
                </a:avLst>
              </a:prstGeom>
              <a:gradFill>
                <a:gsLst>
                  <a:gs pos="0">
                    <a:schemeClr val="accent1">
                      <a:lumMod val="60000"/>
                      <a:lumOff val="40000"/>
                      <a:alpha val="18000"/>
                    </a:schemeClr>
                  </a:gs>
                  <a:gs pos="68000">
                    <a:schemeClr val="accent1"/>
                  </a:gs>
                </a:gsLst>
                <a:lin ang="0" scaled="0"/>
              </a:gra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46" name="0">
                <a:extLst>
                  <a:ext uri="{FF2B5EF4-FFF2-40B4-BE49-F238E27FC236}">
                    <a16:creationId xmlns:a16="http://schemas.microsoft.com/office/drawing/2014/main" id="{DF99A3EE-FCC1-C967-8688-05ADCED85941}"/>
                  </a:ext>
                </a:extLst>
              </p:cNvPr>
              <p:cNvSpPr/>
              <p:nvPr/>
            </p:nvSpPr>
            <p:spPr>
              <a:xfrm rot="18046666" flipV="1">
                <a:off x="8220213" y="4300147"/>
                <a:ext cx="2201787" cy="2038712"/>
              </a:xfrm>
              <a:prstGeom prst="swooshArrow">
                <a:avLst>
                  <a:gd name="adj1" fmla="val 25000"/>
                  <a:gd name="adj2" fmla="val 25000"/>
                </a:avLst>
              </a:prstGeom>
              <a:gradFill>
                <a:gsLst>
                  <a:gs pos="0">
                    <a:schemeClr val="accent1">
                      <a:lumMod val="60000"/>
                      <a:lumOff val="40000"/>
                      <a:alpha val="18000"/>
                    </a:schemeClr>
                  </a:gs>
                  <a:gs pos="68000">
                    <a:schemeClr val="accent1">
                      <a:alpha val="49000"/>
                    </a:schemeClr>
                  </a:gs>
                </a:gsLst>
                <a:lin ang="0" scaled="0"/>
              </a:gra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47" name="0">
                <a:extLst>
                  <a:ext uri="{FF2B5EF4-FFF2-40B4-BE49-F238E27FC236}">
                    <a16:creationId xmlns:a16="http://schemas.microsoft.com/office/drawing/2014/main" id="{546477CB-92E6-9E57-205B-4964ED2FB726}"/>
                  </a:ext>
                </a:extLst>
              </p:cNvPr>
              <p:cNvSpPr/>
              <p:nvPr/>
            </p:nvSpPr>
            <p:spPr>
              <a:xfrm rot="18046666" flipV="1">
                <a:off x="9437979" y="4164965"/>
                <a:ext cx="2201787" cy="2038712"/>
              </a:xfrm>
              <a:prstGeom prst="swooshArrow">
                <a:avLst>
                  <a:gd name="adj1" fmla="val 25000"/>
                  <a:gd name="adj2" fmla="val 25000"/>
                </a:avLst>
              </a:prstGeom>
              <a:gradFill>
                <a:gsLst>
                  <a:gs pos="0">
                    <a:schemeClr val="accent1">
                      <a:lumMod val="60000"/>
                      <a:lumOff val="40000"/>
                      <a:alpha val="18000"/>
                    </a:schemeClr>
                  </a:gs>
                  <a:gs pos="68000">
                    <a:schemeClr val="accent1">
                      <a:alpha val="49000"/>
                    </a:schemeClr>
                  </a:gs>
                </a:gsLst>
                <a:lin ang="0" scaled="0"/>
              </a:gra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48" name="0">
                <a:extLst>
                  <a:ext uri="{FF2B5EF4-FFF2-40B4-BE49-F238E27FC236}">
                    <a16:creationId xmlns:a16="http://schemas.microsoft.com/office/drawing/2014/main" id="{61057D3A-0E69-F40B-1955-9E9E9F890D04}"/>
                  </a:ext>
                </a:extLst>
              </p:cNvPr>
              <p:cNvSpPr/>
              <p:nvPr/>
            </p:nvSpPr>
            <p:spPr>
              <a:xfrm rot="18046666" flipV="1">
                <a:off x="10668106" y="4029783"/>
                <a:ext cx="2201787" cy="2038712"/>
              </a:xfrm>
              <a:prstGeom prst="swooshArrow">
                <a:avLst>
                  <a:gd name="adj1" fmla="val 25000"/>
                  <a:gd name="adj2" fmla="val 25000"/>
                </a:avLst>
              </a:prstGeom>
              <a:gradFill>
                <a:gsLst>
                  <a:gs pos="0">
                    <a:schemeClr val="accent1">
                      <a:lumMod val="60000"/>
                      <a:lumOff val="40000"/>
                      <a:alpha val="18000"/>
                    </a:schemeClr>
                  </a:gs>
                  <a:gs pos="68000">
                    <a:schemeClr val="accent1">
                      <a:alpha val="49000"/>
                    </a:schemeClr>
                  </a:gs>
                </a:gsLst>
                <a:lin ang="0" scaled="0"/>
              </a:gra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grpSp>
        <p:grpSp>
          <p:nvGrpSpPr>
            <p:cNvPr id="8" name="组合 1">
              <a:extLst>
                <a:ext uri="{FF2B5EF4-FFF2-40B4-BE49-F238E27FC236}">
                  <a16:creationId xmlns:a16="http://schemas.microsoft.com/office/drawing/2014/main" id="{D8416978-3C4F-E12A-E12F-597037396257}"/>
                </a:ext>
              </a:extLst>
            </p:cNvPr>
            <p:cNvGrpSpPr/>
            <p:nvPr/>
          </p:nvGrpSpPr>
          <p:grpSpPr>
            <a:xfrm>
              <a:off x="660852" y="3858398"/>
              <a:ext cx="1802948" cy="1990732"/>
              <a:chOff x="660852" y="3771900"/>
              <a:chExt cx="1802948" cy="1990732"/>
            </a:xfrm>
          </p:grpSpPr>
          <p:sp>
            <p:nvSpPr>
              <p:cNvPr id="39" name="1">
                <a:extLst>
                  <a:ext uri="{FF2B5EF4-FFF2-40B4-BE49-F238E27FC236}">
                    <a16:creationId xmlns:a16="http://schemas.microsoft.com/office/drawing/2014/main" id="{2893BF28-0BEE-D51A-299E-D0ED371364DC}"/>
                  </a:ext>
                </a:extLst>
              </p:cNvPr>
              <p:cNvSpPr/>
              <p:nvPr/>
            </p:nvSpPr>
            <p:spPr>
              <a:xfrm>
                <a:off x="660852" y="5427449"/>
                <a:ext cx="222422" cy="222422"/>
              </a:xfrm>
              <a:prstGeom prst="ellipse">
                <a:avLst/>
              </a:prstGeom>
              <a:solidFill>
                <a:schemeClr val="accent1">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1">
                <a:extLst>
                  <a:ext uri="{FF2B5EF4-FFF2-40B4-BE49-F238E27FC236}">
                    <a16:creationId xmlns:a16="http://schemas.microsoft.com/office/drawing/2014/main" id="{A48469A1-C38E-1CCD-D028-98CD382C5F14}"/>
                  </a:ext>
                </a:extLst>
              </p:cNvPr>
              <p:cNvSpPr/>
              <p:nvPr/>
            </p:nvSpPr>
            <p:spPr>
              <a:xfrm>
                <a:off x="705927" y="5472525"/>
                <a:ext cx="132274" cy="13227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1">
                <a:extLst>
                  <a:ext uri="{FF2B5EF4-FFF2-40B4-BE49-F238E27FC236}">
                    <a16:creationId xmlns:a16="http://schemas.microsoft.com/office/drawing/2014/main" id="{9F234DC8-1521-FADF-9997-8E4567BA1821}"/>
                  </a:ext>
                </a:extLst>
              </p:cNvPr>
              <p:cNvCxnSpPr/>
              <p:nvPr/>
            </p:nvCxnSpPr>
            <p:spPr>
              <a:xfrm flipV="1">
                <a:off x="762000" y="3771900"/>
                <a:ext cx="0" cy="1765300"/>
              </a:xfrm>
              <a:prstGeom prst="line">
                <a:avLst/>
              </a:prstGeom>
              <a:ln>
                <a:tailEnd type="oval"/>
              </a:ln>
            </p:spPr>
            <p:style>
              <a:lnRef idx="1">
                <a:schemeClr val="accent1"/>
              </a:lnRef>
              <a:fillRef idx="0">
                <a:schemeClr val="accent1"/>
              </a:fillRef>
              <a:effectRef idx="0">
                <a:schemeClr val="accent1"/>
              </a:effectRef>
              <a:fontRef idx="minor">
                <a:schemeClr val="tx1"/>
              </a:fontRef>
            </p:style>
          </p:cxnSp>
          <p:sp>
            <p:nvSpPr>
              <p:cNvPr id="42" name="1">
                <a:extLst>
                  <a:ext uri="{FF2B5EF4-FFF2-40B4-BE49-F238E27FC236}">
                    <a16:creationId xmlns:a16="http://schemas.microsoft.com/office/drawing/2014/main" id="{E2A37027-5E4C-D58B-E1FB-984E66978F23}"/>
                  </a:ext>
                </a:extLst>
              </p:cNvPr>
              <p:cNvSpPr/>
              <p:nvPr/>
            </p:nvSpPr>
            <p:spPr>
              <a:xfrm>
                <a:off x="823418" y="3825240"/>
                <a:ext cx="1348740" cy="373380"/>
              </a:xfrm>
              <a:prstGeom prst="roundRect">
                <a:avLst/>
              </a:prstGeom>
              <a:ln>
                <a:noFill/>
              </a:ln>
              <a:effectLst>
                <a:outerShdw blurRad="88900" dist="38100" dir="2700000" algn="tl"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Title-1">
                <a:extLst>
                  <a:ext uri="{FF2B5EF4-FFF2-40B4-BE49-F238E27FC236}">
                    <a16:creationId xmlns:a16="http://schemas.microsoft.com/office/drawing/2014/main" id="{A317FB14-3C52-87F6-2972-18B2ACE334D8}"/>
                  </a:ext>
                </a:extLst>
              </p:cNvPr>
              <p:cNvSpPr>
                <a:spLocks/>
              </p:cNvSpPr>
              <p:nvPr>
                <p:custDataLst>
                  <p:tags r:id="rId7"/>
                </p:custDataLst>
              </p:nvPr>
            </p:nvSpPr>
            <p:spPr>
              <a:xfrm>
                <a:off x="776918" y="3884619"/>
                <a:ext cx="1395240" cy="254622"/>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000" b="1" dirty="0">
                    <a:solidFill>
                      <a:schemeClr val="lt1"/>
                    </a:solidFill>
                  </a:rPr>
                  <a:t>Phase 1</a:t>
                </a:r>
                <a:r>
                  <a:rPr lang="zh-CN" altLang="en-US" sz="1000" b="1" dirty="0">
                    <a:solidFill>
                      <a:schemeClr val="lt1"/>
                    </a:solidFill>
                  </a:rPr>
                  <a:t>：</a:t>
                </a:r>
                <a:r>
                  <a:rPr lang="en-US" altLang="zh-CN" sz="1000" b="1" dirty="0">
                    <a:solidFill>
                      <a:schemeClr val="lt1"/>
                    </a:solidFill>
                  </a:rPr>
                  <a:t>Pet GPT as Education Layer</a:t>
                </a:r>
                <a:endParaRPr lang="zh-CN" altLang="en-US" sz="1000" b="1" dirty="0">
                  <a:solidFill>
                    <a:schemeClr val="lt1"/>
                  </a:solidFill>
                </a:endParaRPr>
              </a:p>
            </p:txBody>
          </p:sp>
          <p:sp>
            <p:nvSpPr>
              <p:cNvPr id="44" name="Body-1">
                <a:extLst>
                  <a:ext uri="{FF2B5EF4-FFF2-40B4-BE49-F238E27FC236}">
                    <a16:creationId xmlns:a16="http://schemas.microsoft.com/office/drawing/2014/main" id="{F7AE80FC-DB7F-F9CA-A88B-163E1B51507C}"/>
                  </a:ext>
                </a:extLst>
              </p:cNvPr>
              <p:cNvSpPr txBox="1">
                <a:spLocks/>
              </p:cNvSpPr>
              <p:nvPr>
                <p:custDataLst>
                  <p:tags r:id="rId8"/>
                </p:custDataLst>
              </p:nvPr>
            </p:nvSpPr>
            <p:spPr>
              <a:xfrm>
                <a:off x="753864" y="4259105"/>
                <a:ext cx="1709936" cy="150352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驱虫</a:t>
                </a:r>
                <a:r>
                  <a:rPr lang="en-US" altLang="zh-CN" sz="800" dirty="0">
                    <a:solidFill>
                      <a:srgbClr val="000000"/>
                    </a:solidFill>
                    <a:latin typeface="+mn-ea"/>
                    <a:sym typeface="Arial" panose="020B0604020202020204" pitchFamily="34" charset="0"/>
                  </a:rPr>
                  <a:t>/</a:t>
                </a:r>
                <a:r>
                  <a:rPr lang="zh-CN" altLang="en-US" sz="800" dirty="0">
                    <a:solidFill>
                      <a:srgbClr val="000000"/>
                    </a:solidFill>
                    <a:latin typeface="+mn-ea"/>
                    <a:sym typeface="Arial" panose="020B0604020202020204" pitchFamily="34" charset="0"/>
                  </a:rPr>
                  <a:t>寄生虫基础问答</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基于 </a:t>
                </a:r>
                <a:r>
                  <a:rPr lang="en-US" altLang="zh-CN" sz="800" dirty="0">
                    <a:solidFill>
                      <a:srgbClr val="000000"/>
                    </a:solidFill>
                    <a:latin typeface="+mn-ea"/>
                    <a:sym typeface="Arial" panose="020B0604020202020204" pitchFamily="34" charset="0"/>
                  </a:rPr>
                  <a:t>FAQ </a:t>
                </a:r>
                <a:r>
                  <a:rPr lang="zh-CN" altLang="en-US" sz="800" dirty="0">
                    <a:solidFill>
                      <a:srgbClr val="000000"/>
                    </a:solidFill>
                    <a:latin typeface="+mn-ea"/>
                    <a:sym typeface="Arial" panose="020B0604020202020204" pitchFamily="34" charset="0"/>
                  </a:rPr>
                  <a:t>的标准化回答</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基于宠物年龄</a:t>
                </a:r>
                <a:r>
                  <a:rPr lang="en-US" altLang="zh-CN" sz="800" dirty="0">
                    <a:solidFill>
                      <a:srgbClr val="000000"/>
                    </a:solidFill>
                    <a:latin typeface="+mn-ea"/>
                    <a:sym typeface="Arial" panose="020B0604020202020204" pitchFamily="34" charset="0"/>
                  </a:rPr>
                  <a:t>/</a:t>
                </a:r>
                <a:r>
                  <a:rPr lang="zh-CN" altLang="en-US" sz="800" dirty="0">
                    <a:solidFill>
                      <a:srgbClr val="000000"/>
                    </a:solidFill>
                    <a:latin typeface="+mn-ea"/>
                    <a:sym typeface="Arial" panose="020B0604020202020204" pitchFamily="34" charset="0"/>
                  </a:rPr>
                  <a:t>品种</a:t>
                </a:r>
                <a:r>
                  <a:rPr lang="en-US" altLang="zh-CN" sz="800" dirty="0">
                    <a:solidFill>
                      <a:srgbClr val="000000"/>
                    </a:solidFill>
                    <a:latin typeface="+mn-ea"/>
                    <a:sym typeface="Arial" panose="020B0604020202020204" pitchFamily="34" charset="0"/>
                  </a:rPr>
                  <a:t>/</a:t>
                </a:r>
                <a:r>
                  <a:rPr lang="zh-CN" altLang="en-US" sz="800" dirty="0">
                    <a:solidFill>
                      <a:srgbClr val="000000"/>
                    </a:solidFill>
                    <a:latin typeface="+mn-ea"/>
                    <a:sym typeface="Arial" panose="020B0604020202020204" pitchFamily="34" charset="0"/>
                  </a:rPr>
                  <a:t>生活方式的风险提示引导到产品</a:t>
                </a:r>
                <a:endParaRPr lang="en-US" altLang="zh-CN" sz="800" dirty="0">
                  <a:solidFill>
                    <a:srgbClr val="000000"/>
                  </a:solidFill>
                  <a:latin typeface="+mn-ea"/>
                  <a:sym typeface="Arial" panose="020B0604020202020204" pitchFamily="34" charset="0"/>
                </a:endParaRPr>
              </a:p>
            </p:txBody>
          </p:sp>
        </p:grpSp>
        <p:grpSp>
          <p:nvGrpSpPr>
            <p:cNvPr id="10" name="组合 3">
              <a:extLst>
                <a:ext uri="{FF2B5EF4-FFF2-40B4-BE49-F238E27FC236}">
                  <a16:creationId xmlns:a16="http://schemas.microsoft.com/office/drawing/2014/main" id="{E4B65D56-C5FE-64DA-4D7E-C7E9967436F6}"/>
                </a:ext>
              </a:extLst>
            </p:cNvPr>
            <p:cNvGrpSpPr/>
            <p:nvPr/>
          </p:nvGrpSpPr>
          <p:grpSpPr>
            <a:xfrm>
              <a:off x="4856206" y="2611195"/>
              <a:ext cx="1802948" cy="2751033"/>
              <a:chOff x="4282892" y="2689923"/>
              <a:chExt cx="1802948" cy="2751033"/>
            </a:xfrm>
          </p:grpSpPr>
          <p:sp>
            <p:nvSpPr>
              <p:cNvPr id="27" name="3">
                <a:extLst>
                  <a:ext uri="{FF2B5EF4-FFF2-40B4-BE49-F238E27FC236}">
                    <a16:creationId xmlns:a16="http://schemas.microsoft.com/office/drawing/2014/main" id="{BCC23B97-A368-2220-8852-908BCE9FD934}"/>
                  </a:ext>
                </a:extLst>
              </p:cNvPr>
              <p:cNvSpPr/>
              <p:nvPr/>
            </p:nvSpPr>
            <p:spPr>
              <a:xfrm>
                <a:off x="4282892" y="5218534"/>
                <a:ext cx="222422" cy="222422"/>
              </a:xfrm>
              <a:prstGeom prst="ellipse">
                <a:avLst/>
              </a:prstGeom>
              <a:solidFill>
                <a:schemeClr val="accent1">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3">
                <a:extLst>
                  <a:ext uri="{FF2B5EF4-FFF2-40B4-BE49-F238E27FC236}">
                    <a16:creationId xmlns:a16="http://schemas.microsoft.com/office/drawing/2014/main" id="{71C4CAA1-3E29-E590-42C9-A7B1691C5688}"/>
                  </a:ext>
                </a:extLst>
              </p:cNvPr>
              <p:cNvSpPr/>
              <p:nvPr/>
            </p:nvSpPr>
            <p:spPr>
              <a:xfrm>
                <a:off x="4327967" y="5263610"/>
                <a:ext cx="132274" cy="13227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3">
                <a:extLst>
                  <a:ext uri="{FF2B5EF4-FFF2-40B4-BE49-F238E27FC236}">
                    <a16:creationId xmlns:a16="http://schemas.microsoft.com/office/drawing/2014/main" id="{85F4F5A8-686A-9F11-EE54-25D081FDBD2C}"/>
                  </a:ext>
                </a:extLst>
              </p:cNvPr>
              <p:cNvCxnSpPr>
                <a:cxnSpLocks/>
                <a:stCxn id="28" idx="4"/>
              </p:cNvCxnSpPr>
              <p:nvPr/>
            </p:nvCxnSpPr>
            <p:spPr>
              <a:xfrm flipH="1" flipV="1">
                <a:off x="4384040" y="2715260"/>
                <a:ext cx="10064" cy="2680622"/>
              </a:xfrm>
              <a:prstGeom prst="line">
                <a:avLst/>
              </a:prstGeom>
              <a:ln>
                <a:tailEnd type="oval"/>
              </a:ln>
            </p:spPr>
            <p:style>
              <a:lnRef idx="1">
                <a:schemeClr val="accent1"/>
              </a:lnRef>
              <a:fillRef idx="0">
                <a:schemeClr val="accent1"/>
              </a:fillRef>
              <a:effectRef idx="0">
                <a:schemeClr val="accent1"/>
              </a:effectRef>
              <a:fontRef idx="minor">
                <a:schemeClr val="tx1"/>
              </a:fontRef>
            </p:style>
          </p:cxnSp>
          <p:sp>
            <p:nvSpPr>
              <p:cNvPr id="30" name="3">
                <a:extLst>
                  <a:ext uri="{FF2B5EF4-FFF2-40B4-BE49-F238E27FC236}">
                    <a16:creationId xmlns:a16="http://schemas.microsoft.com/office/drawing/2014/main" id="{105DB724-CBFD-AB9C-F82A-3861C3AE08A6}"/>
                  </a:ext>
                </a:extLst>
              </p:cNvPr>
              <p:cNvSpPr/>
              <p:nvPr/>
            </p:nvSpPr>
            <p:spPr>
              <a:xfrm>
                <a:off x="4445458" y="2689923"/>
                <a:ext cx="1385176" cy="512542"/>
              </a:xfrm>
              <a:prstGeom prst="roundRect">
                <a:avLst/>
              </a:prstGeom>
              <a:ln>
                <a:noFill/>
              </a:ln>
              <a:effectLst>
                <a:outerShdw blurRad="88900" dist="38100" dir="2700000" algn="tl"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itle-3">
                <a:extLst>
                  <a:ext uri="{FF2B5EF4-FFF2-40B4-BE49-F238E27FC236}">
                    <a16:creationId xmlns:a16="http://schemas.microsoft.com/office/drawing/2014/main" id="{10F5C651-B1BA-9CBB-8FE8-2AE5F9BFCAF3}"/>
                  </a:ext>
                </a:extLst>
              </p:cNvPr>
              <p:cNvSpPr>
                <a:spLocks/>
              </p:cNvSpPr>
              <p:nvPr>
                <p:custDataLst>
                  <p:tags r:id="rId5"/>
                </p:custDataLst>
              </p:nvPr>
            </p:nvSpPr>
            <p:spPr>
              <a:xfrm>
                <a:off x="4398958" y="2860925"/>
                <a:ext cx="1441740" cy="221675"/>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000" b="1" dirty="0"/>
                  <a:t>Phase 2</a:t>
                </a:r>
                <a:r>
                  <a:rPr lang="zh-CN" altLang="en-US" sz="1000" b="1" dirty="0"/>
                  <a:t>：</a:t>
                </a:r>
                <a:r>
                  <a:rPr lang="en-US" altLang="zh-CN" sz="1000" b="1" dirty="0"/>
                  <a:t>Pet GPT as Journey Companion</a:t>
                </a:r>
                <a:endParaRPr lang="zh-CN" altLang="en-US" sz="1000" b="1" dirty="0"/>
              </a:p>
            </p:txBody>
          </p:sp>
          <p:sp>
            <p:nvSpPr>
              <p:cNvPr id="32" name="Body-3">
                <a:extLst>
                  <a:ext uri="{FF2B5EF4-FFF2-40B4-BE49-F238E27FC236}">
                    <a16:creationId xmlns:a16="http://schemas.microsoft.com/office/drawing/2014/main" id="{CDEBAA7D-FCFC-8E56-03D8-18BFA257FF3F}"/>
                  </a:ext>
                </a:extLst>
              </p:cNvPr>
              <p:cNvSpPr txBox="1">
                <a:spLocks/>
              </p:cNvSpPr>
              <p:nvPr>
                <p:custDataLst>
                  <p:tags r:id="rId6"/>
                </p:custDataLst>
              </p:nvPr>
            </p:nvSpPr>
            <p:spPr>
              <a:xfrm>
                <a:off x="4375904" y="3202465"/>
                <a:ext cx="1709936" cy="150352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宠物档案</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驱虫提醒 </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周期性教育推送</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新手宠主旅程陪伴</a:t>
                </a:r>
                <a:endParaRPr lang="en-US" altLang="zh-CN" sz="1400" dirty="0">
                  <a:solidFill>
                    <a:srgbClr val="000000"/>
                  </a:solidFill>
                  <a:latin typeface="+mn-ea"/>
                  <a:sym typeface="Arial" panose="020B0604020202020204" pitchFamily="34" charset="0"/>
                </a:endParaRPr>
              </a:p>
            </p:txBody>
          </p:sp>
        </p:grpSp>
        <p:sp>
          <p:nvSpPr>
            <p:cNvPr id="25" name="Title-4">
              <a:extLst>
                <a:ext uri="{FF2B5EF4-FFF2-40B4-BE49-F238E27FC236}">
                  <a16:creationId xmlns:a16="http://schemas.microsoft.com/office/drawing/2014/main" id="{FA97F993-37B5-74C8-3DE3-97CAF7E7E151}"/>
                </a:ext>
              </a:extLst>
            </p:cNvPr>
            <p:cNvSpPr>
              <a:spLocks/>
            </p:cNvSpPr>
            <p:nvPr>
              <p:custDataLst>
                <p:tags r:id="rId2"/>
              </p:custDataLst>
            </p:nvPr>
          </p:nvSpPr>
          <p:spPr>
            <a:xfrm>
              <a:off x="7069949" y="2029459"/>
              <a:ext cx="1441740" cy="254622"/>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lt1"/>
                  </a:solidFill>
                </a:rPr>
                <a:t>添标题</a:t>
              </a:r>
            </a:p>
          </p:txBody>
        </p:sp>
        <p:grpSp>
          <p:nvGrpSpPr>
            <p:cNvPr id="12" name="组合 5">
              <a:extLst>
                <a:ext uri="{FF2B5EF4-FFF2-40B4-BE49-F238E27FC236}">
                  <a16:creationId xmlns:a16="http://schemas.microsoft.com/office/drawing/2014/main" id="{316074BE-CD76-2E73-3E75-A3F0BFE5B615}"/>
                </a:ext>
              </a:extLst>
            </p:cNvPr>
            <p:cNvGrpSpPr/>
            <p:nvPr/>
          </p:nvGrpSpPr>
          <p:grpSpPr>
            <a:xfrm>
              <a:off x="9051561" y="1182435"/>
              <a:ext cx="1802948" cy="2632828"/>
              <a:chOff x="7904932" y="1658620"/>
              <a:chExt cx="1802948" cy="2632828"/>
            </a:xfrm>
          </p:grpSpPr>
          <p:sp>
            <p:nvSpPr>
              <p:cNvPr id="13" name="5">
                <a:extLst>
                  <a:ext uri="{FF2B5EF4-FFF2-40B4-BE49-F238E27FC236}">
                    <a16:creationId xmlns:a16="http://schemas.microsoft.com/office/drawing/2014/main" id="{E6D275F4-9482-DBEE-B18B-A4BFA9392926}"/>
                  </a:ext>
                </a:extLst>
              </p:cNvPr>
              <p:cNvSpPr/>
              <p:nvPr/>
            </p:nvSpPr>
            <p:spPr>
              <a:xfrm>
                <a:off x="7904932" y="4069026"/>
                <a:ext cx="222422" cy="222422"/>
              </a:xfrm>
              <a:prstGeom prst="ellipse">
                <a:avLst/>
              </a:prstGeom>
              <a:solidFill>
                <a:schemeClr val="accent1">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5">
                <a:extLst>
                  <a:ext uri="{FF2B5EF4-FFF2-40B4-BE49-F238E27FC236}">
                    <a16:creationId xmlns:a16="http://schemas.microsoft.com/office/drawing/2014/main" id="{3BCE1E27-7AE5-A644-1858-74223E443786}"/>
                  </a:ext>
                </a:extLst>
              </p:cNvPr>
              <p:cNvSpPr/>
              <p:nvPr/>
            </p:nvSpPr>
            <p:spPr>
              <a:xfrm>
                <a:off x="7950007" y="4114102"/>
                <a:ext cx="132274" cy="13227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5">
                <a:extLst>
                  <a:ext uri="{FF2B5EF4-FFF2-40B4-BE49-F238E27FC236}">
                    <a16:creationId xmlns:a16="http://schemas.microsoft.com/office/drawing/2014/main" id="{D4ECB20E-F4DB-2880-9413-EF82199D0901}"/>
                  </a:ext>
                </a:extLst>
              </p:cNvPr>
              <p:cNvCxnSpPr>
                <a:cxnSpLocks/>
                <a:stCxn id="15" idx="4"/>
              </p:cNvCxnSpPr>
              <p:nvPr/>
            </p:nvCxnSpPr>
            <p:spPr>
              <a:xfrm flipH="1" flipV="1">
                <a:off x="8006080" y="1658620"/>
                <a:ext cx="10064" cy="2587754"/>
              </a:xfrm>
              <a:prstGeom prst="line">
                <a:avLst/>
              </a:prstGeom>
              <a:ln>
                <a:tailEnd type="oval"/>
              </a:ln>
            </p:spPr>
            <p:style>
              <a:lnRef idx="1">
                <a:schemeClr val="accent1"/>
              </a:lnRef>
              <a:fillRef idx="0">
                <a:schemeClr val="accent1"/>
              </a:fillRef>
              <a:effectRef idx="0">
                <a:schemeClr val="accent1"/>
              </a:effectRef>
              <a:fontRef idx="minor">
                <a:schemeClr val="tx1"/>
              </a:fontRef>
            </p:style>
          </p:cxnSp>
          <p:sp>
            <p:nvSpPr>
              <p:cNvPr id="18" name="5">
                <a:extLst>
                  <a:ext uri="{FF2B5EF4-FFF2-40B4-BE49-F238E27FC236}">
                    <a16:creationId xmlns:a16="http://schemas.microsoft.com/office/drawing/2014/main" id="{339D94FC-275F-820D-A8DC-8DA394B57EB6}"/>
                  </a:ext>
                </a:extLst>
              </p:cNvPr>
              <p:cNvSpPr/>
              <p:nvPr/>
            </p:nvSpPr>
            <p:spPr>
              <a:xfrm>
                <a:off x="8067498" y="1711959"/>
                <a:ext cx="1640382" cy="488765"/>
              </a:xfrm>
              <a:prstGeom prst="roundRect">
                <a:avLst/>
              </a:prstGeom>
              <a:ln>
                <a:noFill/>
              </a:ln>
              <a:effectLst>
                <a:outerShdw blurRad="88900" dist="38100" dir="2700000" algn="tl"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itle-5">
                <a:extLst>
                  <a:ext uri="{FF2B5EF4-FFF2-40B4-BE49-F238E27FC236}">
                    <a16:creationId xmlns:a16="http://schemas.microsoft.com/office/drawing/2014/main" id="{CCA22888-F31B-F32B-D047-2101A6644CEF}"/>
                  </a:ext>
                </a:extLst>
              </p:cNvPr>
              <p:cNvSpPr>
                <a:spLocks/>
              </p:cNvSpPr>
              <p:nvPr>
                <p:custDataLst>
                  <p:tags r:id="rId3"/>
                </p:custDataLst>
              </p:nvPr>
            </p:nvSpPr>
            <p:spPr>
              <a:xfrm>
                <a:off x="8020997" y="1771339"/>
                <a:ext cx="1605429" cy="374486"/>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000" b="1" dirty="0"/>
                  <a:t>Phase 3</a:t>
                </a:r>
                <a:r>
                  <a:rPr lang="zh-CN" altLang="en-US" sz="1000" b="1" dirty="0"/>
                  <a:t>：</a:t>
                </a:r>
                <a:r>
                  <a:rPr lang="en-US" altLang="zh-CN" sz="1000" b="1" dirty="0"/>
                  <a:t>Pet GPT as Closed-loop Orchestrator</a:t>
                </a:r>
                <a:endParaRPr lang="zh-CN" altLang="en-US" sz="1000" b="1" dirty="0"/>
              </a:p>
            </p:txBody>
          </p:sp>
          <p:sp>
            <p:nvSpPr>
              <p:cNvPr id="20" name="Body-5">
                <a:extLst>
                  <a:ext uri="{FF2B5EF4-FFF2-40B4-BE49-F238E27FC236}">
                    <a16:creationId xmlns:a16="http://schemas.microsoft.com/office/drawing/2014/main" id="{4D6B3D99-CE31-8F8D-D2CB-1C1B61AEE134}"/>
                  </a:ext>
                </a:extLst>
              </p:cNvPr>
              <p:cNvSpPr txBox="1">
                <a:spLocks/>
              </p:cNvSpPr>
              <p:nvPr>
                <p:custDataLst>
                  <p:tags r:id="rId4"/>
                </p:custDataLst>
              </p:nvPr>
            </p:nvSpPr>
            <p:spPr>
              <a:xfrm>
                <a:off x="7997944" y="2145825"/>
                <a:ext cx="1709936" cy="150352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对接京东健康 </a:t>
                </a:r>
                <a:r>
                  <a:rPr lang="en-US" altLang="zh-CN" sz="800" dirty="0">
                    <a:solidFill>
                      <a:srgbClr val="000000"/>
                    </a:solidFill>
                    <a:latin typeface="+mn-ea"/>
                    <a:sym typeface="Arial" panose="020B0604020202020204" pitchFamily="34" charset="0"/>
                  </a:rPr>
                  <a:t>/ </a:t>
                </a:r>
                <a:r>
                  <a:rPr lang="zh-CN" altLang="en-US" sz="800" dirty="0">
                    <a:solidFill>
                      <a:srgbClr val="000000"/>
                    </a:solidFill>
                    <a:latin typeface="+mn-ea"/>
                    <a:sym typeface="Arial" panose="020B0604020202020204" pitchFamily="34" charset="0"/>
                  </a:rPr>
                  <a:t>电商购买</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对接医院咨询 </a:t>
                </a:r>
                <a:r>
                  <a:rPr lang="en-US" altLang="zh-CN" sz="800" dirty="0">
                    <a:solidFill>
                      <a:srgbClr val="000000"/>
                    </a:solidFill>
                    <a:latin typeface="+mn-ea"/>
                    <a:sym typeface="Arial" panose="020B0604020202020204" pitchFamily="34" charset="0"/>
                  </a:rPr>
                  <a:t>/ </a:t>
                </a:r>
                <a:r>
                  <a:rPr lang="zh-CN" altLang="en-US" sz="800" dirty="0">
                    <a:solidFill>
                      <a:srgbClr val="000000"/>
                    </a:solidFill>
                    <a:latin typeface="+mn-ea"/>
                    <a:sym typeface="Arial" panose="020B0604020202020204" pitchFamily="34" charset="0"/>
                  </a:rPr>
                  <a:t>预约跳转</a:t>
                </a:r>
                <a:endParaRPr lang="en-US" altLang="zh-CN" sz="800" dirty="0">
                  <a:solidFill>
                    <a:srgbClr val="000000"/>
                  </a:solidFill>
                  <a:latin typeface="+mn-ea"/>
                  <a:sym typeface="Arial" panose="020B0604020202020204" pitchFamily="34" charset="0"/>
                </a:endParaRPr>
              </a:p>
              <a:p>
                <a:pPr marL="171450" indent="-171450">
                  <a:lnSpc>
                    <a:spcPct val="150000"/>
                  </a:lnSpc>
                  <a:buFont typeface="Arial" panose="020B0604020202020204" pitchFamily="34" charset="0"/>
                  <a:buChar char="•"/>
                </a:pPr>
                <a:r>
                  <a:rPr lang="zh-CN" altLang="en-US" sz="800" dirty="0">
                    <a:solidFill>
                      <a:srgbClr val="000000"/>
                    </a:solidFill>
                    <a:latin typeface="+mn-ea"/>
                    <a:sym typeface="Arial" panose="020B0604020202020204" pitchFamily="34" charset="0"/>
                  </a:rPr>
                  <a:t>复购提醒</a:t>
                </a:r>
                <a:endParaRPr lang="en-US" altLang="zh-CN" sz="1400" dirty="0">
                  <a:solidFill>
                    <a:srgbClr val="000000"/>
                  </a:solidFill>
                  <a:latin typeface="+mn-ea"/>
                  <a:sym typeface="Arial" panose="020B0604020202020204" pitchFamily="34" charset="0"/>
                </a:endParaRPr>
              </a:p>
            </p:txBody>
          </p:sp>
        </p:grpSp>
      </p:grpSp>
      <p:sp>
        <p:nvSpPr>
          <p:cNvPr id="84" name="文本框 83">
            <a:extLst>
              <a:ext uri="{FF2B5EF4-FFF2-40B4-BE49-F238E27FC236}">
                <a16:creationId xmlns:a16="http://schemas.microsoft.com/office/drawing/2014/main" id="{94C0FC86-62C3-03DF-F1D5-8031A8F87502}"/>
              </a:ext>
            </a:extLst>
          </p:cNvPr>
          <p:cNvSpPr txBox="1"/>
          <p:nvPr/>
        </p:nvSpPr>
        <p:spPr bwMode="gray">
          <a:xfrm>
            <a:off x="642481" y="5741002"/>
            <a:ext cx="8903502" cy="276999"/>
          </a:xfrm>
          <a:prstGeom prst="rect">
            <a:avLst/>
          </a:prstGeom>
          <a:noFill/>
        </p:spPr>
        <p:txBody>
          <a:bodyPr wrap="square">
            <a:spAutoFit/>
          </a:bodyPr>
          <a:lstStyle/>
          <a:p>
            <a:r>
              <a:rPr lang="zh-CN" altLang="en-US" sz="1200" b="1" dirty="0">
                <a:solidFill>
                  <a:schemeClr val="accent2">
                    <a:lumMod val="50000"/>
                  </a:schemeClr>
                </a:solidFill>
              </a:rPr>
              <a:t>如果贝卫多，硕腾的优势是“品牌教育 </a:t>
            </a:r>
            <a:r>
              <a:rPr lang="en-US" altLang="zh-CN" sz="1200" b="1" dirty="0">
                <a:solidFill>
                  <a:schemeClr val="accent2">
                    <a:lumMod val="50000"/>
                  </a:schemeClr>
                </a:solidFill>
              </a:rPr>
              <a:t>+ </a:t>
            </a:r>
            <a:r>
              <a:rPr lang="zh-CN" altLang="en-US" sz="1200" b="1" dirty="0">
                <a:solidFill>
                  <a:schemeClr val="accent2">
                    <a:lumMod val="50000"/>
                  </a:schemeClr>
                </a:solidFill>
              </a:rPr>
              <a:t>购买意图更短”，那么 </a:t>
            </a:r>
            <a:r>
              <a:rPr lang="en-US" altLang="zh-CN" sz="1200" b="1" dirty="0">
                <a:solidFill>
                  <a:schemeClr val="accent2">
                    <a:lumMod val="50000"/>
                  </a:schemeClr>
                </a:solidFill>
              </a:rPr>
              <a:t>Pet chat bot </a:t>
            </a:r>
            <a:r>
              <a:rPr lang="zh-CN" altLang="en-US" sz="1200" b="1" dirty="0">
                <a:solidFill>
                  <a:schemeClr val="accent2">
                    <a:lumMod val="50000"/>
                  </a:schemeClr>
                </a:solidFill>
              </a:rPr>
              <a:t>的价值就是把勃林格从“内容强”推进到“内容能行动”。</a:t>
            </a:r>
          </a:p>
        </p:txBody>
      </p:sp>
    </p:spTree>
    <p:extLst>
      <p:ext uri="{BB962C8B-B14F-4D97-AF65-F5344CB8AC3E}">
        <p14:creationId xmlns:p14="http://schemas.microsoft.com/office/powerpoint/2010/main" val="929683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0CC3-11D5-1F2A-D89B-016D8624AD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AC5074-744A-F55E-D841-22B0C03B0300}"/>
              </a:ext>
            </a:extLst>
          </p:cNvPr>
          <p:cNvSpPr>
            <a:spLocks noGrp="1"/>
          </p:cNvSpPr>
          <p:nvPr>
            <p:ph type="title"/>
          </p:nvPr>
        </p:nvSpPr>
        <p:spPr/>
        <p:txBody>
          <a:bodyPr/>
          <a:lstStyle/>
          <a:p>
            <a:r>
              <a:rPr lang="en-US" altLang="zh-CN" dirty="0"/>
              <a:t>Influence &amp; Visibility — Pain Point &amp; Strategy</a:t>
            </a:r>
            <a:endParaRPr lang="zh-CN" altLang="en-US" dirty="0"/>
          </a:p>
        </p:txBody>
      </p:sp>
      <p:sp>
        <p:nvSpPr>
          <p:cNvPr id="3" name="内容占位符 2">
            <a:extLst>
              <a:ext uri="{FF2B5EF4-FFF2-40B4-BE49-F238E27FC236}">
                <a16:creationId xmlns:a16="http://schemas.microsoft.com/office/drawing/2014/main" id="{B8236F7C-14F8-A92C-DA62-F6130F27B41F}"/>
              </a:ext>
            </a:extLst>
          </p:cNvPr>
          <p:cNvSpPr>
            <a:spLocks noGrp="1"/>
          </p:cNvSpPr>
          <p:nvPr>
            <p:ph idx="1"/>
          </p:nvPr>
        </p:nvSpPr>
        <p:spPr>
          <a:xfrm>
            <a:off x="479424" y="1084346"/>
            <a:ext cx="11233151" cy="4392000"/>
          </a:xfrm>
        </p:spPr>
        <p:txBody>
          <a:bodyPr/>
          <a:lstStyle/>
          <a:p>
            <a:r>
              <a:rPr lang="en-US" altLang="zh-CN" dirty="0">
                <a:latin typeface="+mj-ea"/>
                <a:ea typeface="+mj-ea"/>
              </a:rPr>
              <a:t>Competitors’ Approach</a:t>
            </a:r>
            <a:r>
              <a:rPr lang="zh-CN" altLang="en-US" dirty="0">
                <a:latin typeface="+mj-ea"/>
                <a:ea typeface="+mj-ea"/>
              </a:rPr>
              <a:t>：</a:t>
            </a:r>
            <a:endParaRPr lang="en-US" altLang="zh-CN" dirty="0">
              <a:latin typeface="+mj-ea"/>
              <a:ea typeface="+mj-ea"/>
            </a:endParaRPr>
          </a:p>
          <a:p>
            <a:pPr marL="0" indent="0">
              <a:buNone/>
            </a:pPr>
            <a:r>
              <a:rPr lang="en-US" altLang="zh-CN" sz="1000" dirty="0"/>
              <a:t>Competing brands have built strong exposure on platforms such as XHS and Douyin, as well as on LLM platforms like Qwen and </a:t>
            </a:r>
            <a:r>
              <a:rPr lang="en-US" altLang="zh-CN" sz="1000" dirty="0" err="1"/>
              <a:t>Doubao</a:t>
            </a:r>
            <a:r>
              <a:rPr lang="en-US" altLang="zh-CN" sz="1000" dirty="0"/>
              <a:t>.</a:t>
            </a:r>
          </a:p>
          <a:p>
            <a:pPr marL="0" indent="0">
              <a:buNone/>
            </a:pPr>
            <a:endParaRPr lang="en-US" altLang="zh-CN" sz="1000" dirty="0"/>
          </a:p>
          <a:p>
            <a:r>
              <a:rPr lang="en-US" altLang="zh-CN" dirty="0">
                <a:latin typeface="+mj-ea"/>
                <a:ea typeface="+mj-ea"/>
              </a:rPr>
              <a:t>Pain Points</a:t>
            </a:r>
            <a:r>
              <a:rPr lang="zh-CN" altLang="en-US" dirty="0"/>
              <a:t>：</a:t>
            </a:r>
            <a:endParaRPr lang="en-US" altLang="zh-CN" dirty="0"/>
          </a:p>
          <a:p>
            <a:pPr marL="0" indent="0">
              <a:buNone/>
            </a:pPr>
            <a:r>
              <a:rPr lang="en-US" altLang="zh-CN" sz="1000" dirty="0"/>
              <a:t>Weak influence on the pet‑owner side</a:t>
            </a:r>
          </a:p>
          <a:p>
            <a:pPr marL="0" indent="0">
              <a:buNone/>
            </a:pPr>
            <a:r>
              <a:rPr lang="en-US" altLang="zh-CN" sz="1000" dirty="0"/>
              <a:t>Weak content ecosystem</a:t>
            </a:r>
          </a:p>
          <a:p>
            <a:pPr marL="0" indent="0">
              <a:buNone/>
            </a:pPr>
            <a:endParaRPr lang="en-US" altLang="zh-CN" dirty="0"/>
          </a:p>
          <a:p>
            <a:r>
              <a:rPr lang="en-US" altLang="zh-CN" dirty="0"/>
              <a:t>IT Digital Opportunities </a:t>
            </a:r>
            <a:r>
              <a:rPr lang="zh-CN" altLang="en-US" dirty="0"/>
              <a:t>：</a:t>
            </a:r>
            <a:endParaRPr lang="en-US" altLang="zh-CN" dirty="0"/>
          </a:p>
          <a:p>
            <a:pPr marL="0" indent="0">
              <a:buNone/>
            </a:pPr>
            <a:r>
              <a:rPr lang="en-US" altLang="zh-CN" sz="1000" dirty="0"/>
              <a:t>GEO platform (large-scale content production, AI generation, automatic monitoring)</a:t>
            </a:r>
          </a:p>
          <a:p>
            <a:pPr marL="0" indent="0">
              <a:buNone/>
            </a:pPr>
            <a:r>
              <a:rPr lang="en-US" altLang="zh-CN" sz="1000" dirty="0"/>
              <a:t>LLM citation monitoring tools (Qwen / </a:t>
            </a:r>
            <a:r>
              <a:rPr lang="en-US" altLang="zh-CN" sz="1000" dirty="0" err="1"/>
              <a:t>Doubao</a:t>
            </a:r>
            <a:r>
              <a:rPr lang="en-US" altLang="zh-CN" sz="1000" dirty="0"/>
              <a:t>/XHS </a:t>
            </a:r>
            <a:r>
              <a:rPr lang="en-US" altLang="zh-CN" sz="1000" dirty="0" err="1"/>
              <a:t>wenyiwen</a:t>
            </a:r>
            <a:r>
              <a:rPr lang="en-US" altLang="zh-CN" sz="1000" dirty="0"/>
              <a:t>)</a:t>
            </a:r>
          </a:p>
          <a:p>
            <a:pPr marL="0" indent="0">
              <a:buNone/>
            </a:pPr>
            <a:r>
              <a:rPr lang="en-US" altLang="zh-CN" sz="1000" dirty="0"/>
              <a:t>Content asset library (structured knowledge → LLM-readable → citable)</a:t>
            </a:r>
            <a:endParaRPr lang="en-US" altLang="zh-CN" dirty="0"/>
          </a:p>
          <a:p>
            <a:pPr marL="0" indent="0">
              <a:buNone/>
            </a:pPr>
            <a:endParaRPr lang="en-US" altLang="zh-CN" sz="1000" dirty="0"/>
          </a:p>
          <a:p>
            <a:pPr marL="0" indent="0">
              <a:buNone/>
            </a:pPr>
            <a:endParaRPr lang="en-US" altLang="zh-CN" sz="1000" dirty="0"/>
          </a:p>
          <a:p>
            <a:pPr marL="0" indent="0">
              <a:buNone/>
            </a:pPr>
            <a:endParaRPr lang="en-US" altLang="zh-CN" sz="1000" dirty="0"/>
          </a:p>
          <a:p>
            <a:pPr marL="0" indent="0">
              <a:buNone/>
            </a:pPr>
            <a:endParaRPr lang="en-US" altLang="zh-CN" dirty="0"/>
          </a:p>
          <a:p>
            <a:endParaRPr lang="en-US" altLang="zh-CN" dirty="0"/>
          </a:p>
          <a:p>
            <a:pPr marL="0" indent="0">
              <a:buNone/>
            </a:pPr>
            <a:endParaRPr lang="zh-CN" altLang="en-US" dirty="0"/>
          </a:p>
        </p:txBody>
      </p:sp>
      <p:sp>
        <p:nvSpPr>
          <p:cNvPr id="5" name="页脚占位符 4">
            <a:extLst>
              <a:ext uri="{FF2B5EF4-FFF2-40B4-BE49-F238E27FC236}">
                <a16:creationId xmlns:a16="http://schemas.microsoft.com/office/drawing/2014/main" id="{09A64444-5BE5-3508-DA3D-7BFC8992580A}"/>
              </a:ext>
            </a:extLst>
          </p:cNvPr>
          <p:cNvSpPr>
            <a:spLocks noGrp="1"/>
          </p:cNvSpPr>
          <p:nvPr>
            <p:ph type="ftr" sz="quarter" idx="19"/>
          </p:nvPr>
        </p:nvSpPr>
        <p:spPr/>
        <p:txBody>
          <a:bodyPr/>
          <a:lstStyle/>
          <a:p>
            <a:r>
              <a:rPr lang="en-US"/>
              <a:t>How-to slides     |     ONLY FOR INTERNAL USE</a:t>
            </a:r>
          </a:p>
        </p:txBody>
      </p:sp>
      <p:sp>
        <p:nvSpPr>
          <p:cNvPr id="6" name="灯片编号占位符 5">
            <a:extLst>
              <a:ext uri="{FF2B5EF4-FFF2-40B4-BE49-F238E27FC236}">
                <a16:creationId xmlns:a16="http://schemas.microsoft.com/office/drawing/2014/main" id="{549703B0-EDFE-051D-7A48-391689694EB7}"/>
              </a:ext>
            </a:extLst>
          </p:cNvPr>
          <p:cNvSpPr>
            <a:spLocks noGrp="1"/>
          </p:cNvSpPr>
          <p:nvPr>
            <p:ph type="sldNum" sz="quarter" idx="20"/>
          </p:nvPr>
        </p:nvSpPr>
        <p:spPr/>
        <p:txBody>
          <a:bodyPr/>
          <a:lstStyle/>
          <a:p>
            <a:fld id="{DF4E8F9F-5B1F-4F5B-BE49-3245D8C18D9F}" type="slidenum">
              <a:rPr lang="en-US" smtClean="0"/>
              <a:pPr/>
              <a:t>8</a:t>
            </a:fld>
            <a:endParaRPr lang="en-US"/>
          </a:p>
        </p:txBody>
      </p:sp>
      <p:pic>
        <p:nvPicPr>
          <p:cNvPr id="7" name="图片 6">
            <a:extLst>
              <a:ext uri="{FF2B5EF4-FFF2-40B4-BE49-F238E27FC236}">
                <a16:creationId xmlns:a16="http://schemas.microsoft.com/office/drawing/2014/main" id="{673622EF-3679-D898-07F3-09357215EDF1}"/>
              </a:ext>
            </a:extLst>
          </p:cNvPr>
          <p:cNvPicPr>
            <a:picLocks noChangeAspect="1"/>
          </p:cNvPicPr>
          <p:nvPr/>
        </p:nvPicPr>
        <p:blipFill>
          <a:blip r:embed="rId3"/>
          <a:stretch>
            <a:fillRect/>
          </a:stretch>
        </p:blipFill>
        <p:spPr>
          <a:xfrm>
            <a:off x="6033226" y="2101974"/>
            <a:ext cx="1871483" cy="2827133"/>
          </a:xfrm>
          <a:prstGeom prst="rect">
            <a:avLst/>
          </a:prstGeom>
        </p:spPr>
      </p:pic>
      <p:pic>
        <p:nvPicPr>
          <p:cNvPr id="9" name="图片 8">
            <a:extLst>
              <a:ext uri="{FF2B5EF4-FFF2-40B4-BE49-F238E27FC236}">
                <a16:creationId xmlns:a16="http://schemas.microsoft.com/office/drawing/2014/main" id="{7E1E3AF3-375B-BA39-6A34-81BCA231D93F}"/>
              </a:ext>
            </a:extLst>
          </p:cNvPr>
          <p:cNvPicPr>
            <a:picLocks noChangeAspect="1"/>
          </p:cNvPicPr>
          <p:nvPr/>
        </p:nvPicPr>
        <p:blipFill>
          <a:blip r:embed="rId4"/>
          <a:stretch>
            <a:fillRect/>
          </a:stretch>
        </p:blipFill>
        <p:spPr>
          <a:xfrm>
            <a:off x="8055544" y="2064024"/>
            <a:ext cx="1543448" cy="2865083"/>
          </a:xfrm>
          <a:prstGeom prst="rect">
            <a:avLst/>
          </a:prstGeom>
        </p:spPr>
      </p:pic>
      <p:pic>
        <p:nvPicPr>
          <p:cNvPr id="11" name="图片 10">
            <a:extLst>
              <a:ext uri="{FF2B5EF4-FFF2-40B4-BE49-F238E27FC236}">
                <a16:creationId xmlns:a16="http://schemas.microsoft.com/office/drawing/2014/main" id="{AF204910-3643-27E9-01CA-2D1E2DC40D03}"/>
              </a:ext>
            </a:extLst>
          </p:cNvPr>
          <p:cNvPicPr>
            <a:picLocks noChangeAspect="1"/>
          </p:cNvPicPr>
          <p:nvPr/>
        </p:nvPicPr>
        <p:blipFill>
          <a:blip r:embed="rId5"/>
          <a:stretch>
            <a:fillRect/>
          </a:stretch>
        </p:blipFill>
        <p:spPr>
          <a:xfrm>
            <a:off x="9690464" y="2064024"/>
            <a:ext cx="1595465" cy="2768602"/>
          </a:xfrm>
          <a:prstGeom prst="rect">
            <a:avLst/>
          </a:prstGeom>
        </p:spPr>
      </p:pic>
    </p:spTree>
    <p:extLst>
      <p:ext uri="{BB962C8B-B14F-4D97-AF65-F5344CB8AC3E}">
        <p14:creationId xmlns:p14="http://schemas.microsoft.com/office/powerpoint/2010/main" val="329930207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F6A1D-7A99-0F51-113D-13EF6653595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1F2E581-5FF8-33E3-7A80-A8EBEE5B3824}"/>
              </a:ext>
            </a:extLst>
          </p:cNvPr>
          <p:cNvSpPr>
            <a:spLocks noGrp="1"/>
          </p:cNvSpPr>
          <p:nvPr>
            <p:ph type="title"/>
          </p:nvPr>
        </p:nvSpPr>
        <p:spPr/>
        <p:txBody>
          <a:bodyPr/>
          <a:lstStyle/>
          <a:p>
            <a:r>
              <a:rPr lang="en-US" altLang="zh-CN" dirty="0"/>
              <a:t>Product &amp; Value</a:t>
            </a:r>
            <a:endParaRPr lang="zh-CN" altLang="en-US" dirty="0"/>
          </a:p>
        </p:txBody>
      </p:sp>
      <p:sp>
        <p:nvSpPr>
          <p:cNvPr id="3" name="内容占位符 2">
            <a:extLst>
              <a:ext uri="{FF2B5EF4-FFF2-40B4-BE49-F238E27FC236}">
                <a16:creationId xmlns:a16="http://schemas.microsoft.com/office/drawing/2014/main" id="{EB1AF94B-E25E-934E-1752-E21BD85750E2}"/>
              </a:ext>
            </a:extLst>
          </p:cNvPr>
          <p:cNvSpPr>
            <a:spLocks noGrp="1"/>
          </p:cNvSpPr>
          <p:nvPr>
            <p:ph idx="1"/>
          </p:nvPr>
        </p:nvSpPr>
        <p:spPr>
          <a:xfrm>
            <a:off x="479424" y="1084346"/>
            <a:ext cx="11233151" cy="4392000"/>
          </a:xfrm>
        </p:spPr>
        <p:txBody>
          <a:bodyPr/>
          <a:lstStyle/>
          <a:p>
            <a:r>
              <a:rPr lang="en-US" altLang="zh-CN" dirty="0">
                <a:latin typeface="+mj-ea"/>
                <a:ea typeface="+mj-ea"/>
              </a:rPr>
              <a:t>Competitors’ Approach</a:t>
            </a:r>
            <a:r>
              <a:rPr lang="zh-CN" altLang="en-US" dirty="0">
                <a:latin typeface="+mj-ea"/>
                <a:ea typeface="+mj-ea"/>
              </a:rPr>
              <a:t>：</a:t>
            </a:r>
            <a:endParaRPr lang="en-US" altLang="zh-CN" dirty="0">
              <a:latin typeface="+mj-ea"/>
              <a:ea typeface="+mj-ea"/>
            </a:endParaRPr>
          </a:p>
          <a:p>
            <a:pPr marL="0" indent="0">
              <a:buNone/>
            </a:pPr>
            <a:r>
              <a:rPr lang="en-US" altLang="zh-CN" sz="1000" dirty="0"/>
              <a:t>Local brands have launched fierce price wars.</a:t>
            </a:r>
          </a:p>
          <a:p>
            <a:pPr marL="0" indent="0">
              <a:buNone/>
            </a:pPr>
            <a:endParaRPr lang="en-US" altLang="zh-CN" sz="1000" dirty="0"/>
          </a:p>
          <a:p>
            <a:r>
              <a:rPr lang="en-US" altLang="zh-CN" dirty="0">
                <a:latin typeface="+mj-ea"/>
                <a:ea typeface="+mj-ea"/>
              </a:rPr>
              <a:t>Pain Points</a:t>
            </a:r>
            <a:r>
              <a:rPr lang="zh-CN" altLang="en-US" dirty="0"/>
              <a:t>：</a:t>
            </a:r>
            <a:endParaRPr lang="en-US" altLang="zh-CN" dirty="0"/>
          </a:p>
          <a:p>
            <a:pPr marL="0" indent="0">
              <a:buNone/>
            </a:pPr>
            <a:r>
              <a:rPr lang="en-US" altLang="zh-CN" sz="1000" dirty="0"/>
              <a:t>TAOBAO prices have been pushed down and undercut by local brands and some channels.</a:t>
            </a:r>
          </a:p>
          <a:p>
            <a:pPr marL="0" indent="0">
              <a:buNone/>
            </a:pPr>
            <a:r>
              <a:rPr lang="en-US" altLang="zh-CN" sz="1000" dirty="0"/>
              <a:t>Channel cross‑selling has caused serious price inversion.</a:t>
            </a:r>
          </a:p>
          <a:p>
            <a:pPr marL="0" indent="0">
              <a:buNone/>
            </a:pPr>
            <a:r>
              <a:rPr lang="en-US" altLang="zh-CN" sz="1000" dirty="0"/>
              <a:t>Negative impact on brand value</a:t>
            </a:r>
          </a:p>
          <a:p>
            <a:pPr marL="0" indent="0">
              <a:buNone/>
            </a:pPr>
            <a:endParaRPr lang="en-US" altLang="zh-CN" dirty="0"/>
          </a:p>
          <a:p>
            <a:r>
              <a:rPr lang="en-US" altLang="zh-CN" dirty="0"/>
              <a:t>IT Digital Opportunities:</a:t>
            </a:r>
          </a:p>
          <a:p>
            <a:pPr marL="0" indent="0">
              <a:buNone/>
            </a:pPr>
            <a:r>
              <a:rPr lang="en-US" altLang="zh-CN" sz="1000" dirty="0"/>
              <a:t>Price‑tracking platform (e‑commerce crawlers + AI anomaly monitoring)</a:t>
            </a:r>
          </a:p>
          <a:p>
            <a:pPr marL="0" indent="0">
              <a:buNone/>
            </a:pPr>
            <a:r>
              <a:rPr lang="en-US" altLang="zh-CN" sz="1000" dirty="0"/>
              <a:t>Distributor data‑integration tools (sale‑in / sale‑out / stores)</a:t>
            </a:r>
          </a:p>
          <a:p>
            <a:pPr marL="0" indent="0">
              <a:buNone/>
            </a:pPr>
            <a:endParaRPr lang="en-US" altLang="zh-CN" sz="1000" dirty="0"/>
          </a:p>
          <a:p>
            <a:pPr marL="0" indent="0">
              <a:buNone/>
            </a:pPr>
            <a:endParaRPr lang="en-US" altLang="zh-CN" sz="1000" dirty="0"/>
          </a:p>
          <a:p>
            <a:pPr marL="0" indent="0">
              <a:buNone/>
            </a:pPr>
            <a:endParaRPr lang="en-US" altLang="zh-CN" dirty="0"/>
          </a:p>
          <a:p>
            <a:endParaRPr lang="en-US" altLang="zh-CN" dirty="0"/>
          </a:p>
          <a:p>
            <a:pPr marL="0" indent="0">
              <a:buNone/>
            </a:pPr>
            <a:endParaRPr lang="zh-CN" altLang="en-US" dirty="0"/>
          </a:p>
        </p:txBody>
      </p:sp>
      <p:sp>
        <p:nvSpPr>
          <p:cNvPr id="5" name="页脚占位符 4">
            <a:extLst>
              <a:ext uri="{FF2B5EF4-FFF2-40B4-BE49-F238E27FC236}">
                <a16:creationId xmlns:a16="http://schemas.microsoft.com/office/drawing/2014/main" id="{0B486C9A-35D7-157C-A2CE-16171F5E803C}"/>
              </a:ext>
            </a:extLst>
          </p:cNvPr>
          <p:cNvSpPr>
            <a:spLocks noGrp="1"/>
          </p:cNvSpPr>
          <p:nvPr>
            <p:ph type="ftr" sz="quarter" idx="19"/>
          </p:nvPr>
        </p:nvSpPr>
        <p:spPr/>
        <p:txBody>
          <a:bodyPr/>
          <a:lstStyle/>
          <a:p>
            <a:r>
              <a:rPr lang="en-US"/>
              <a:t>How-to slides     |     ONLY FOR INTERNAL USE</a:t>
            </a:r>
          </a:p>
        </p:txBody>
      </p:sp>
      <p:sp>
        <p:nvSpPr>
          <p:cNvPr id="6" name="灯片编号占位符 5">
            <a:extLst>
              <a:ext uri="{FF2B5EF4-FFF2-40B4-BE49-F238E27FC236}">
                <a16:creationId xmlns:a16="http://schemas.microsoft.com/office/drawing/2014/main" id="{617B99C9-BA72-98D5-3281-D92C2A9AABCF}"/>
              </a:ext>
            </a:extLst>
          </p:cNvPr>
          <p:cNvSpPr>
            <a:spLocks noGrp="1"/>
          </p:cNvSpPr>
          <p:nvPr>
            <p:ph type="sldNum" sz="quarter" idx="20"/>
          </p:nvPr>
        </p:nvSpPr>
        <p:spPr/>
        <p:txBody>
          <a:bodyPr/>
          <a:lstStyle/>
          <a:p>
            <a:fld id="{DF4E8F9F-5B1F-4F5B-BE49-3245D8C18D9F}" type="slidenum">
              <a:rPr lang="en-US" smtClean="0"/>
              <a:pPr/>
              <a:t>9</a:t>
            </a:fld>
            <a:endParaRPr lang="en-US"/>
          </a:p>
        </p:txBody>
      </p:sp>
      <p:pic>
        <p:nvPicPr>
          <p:cNvPr id="8" name="图片 7">
            <a:extLst>
              <a:ext uri="{FF2B5EF4-FFF2-40B4-BE49-F238E27FC236}">
                <a16:creationId xmlns:a16="http://schemas.microsoft.com/office/drawing/2014/main" id="{F6B790BE-BD6E-E137-3970-97701CDEBB81}"/>
              </a:ext>
            </a:extLst>
          </p:cNvPr>
          <p:cNvPicPr>
            <a:picLocks noChangeAspect="1"/>
          </p:cNvPicPr>
          <p:nvPr/>
        </p:nvPicPr>
        <p:blipFill>
          <a:blip r:embed="rId2"/>
          <a:stretch>
            <a:fillRect/>
          </a:stretch>
        </p:blipFill>
        <p:spPr>
          <a:xfrm>
            <a:off x="5982647" y="492412"/>
            <a:ext cx="3055574" cy="2743326"/>
          </a:xfrm>
          <a:prstGeom prst="rect">
            <a:avLst/>
          </a:prstGeom>
        </p:spPr>
      </p:pic>
      <p:pic>
        <p:nvPicPr>
          <p:cNvPr id="12" name="图片 11">
            <a:extLst>
              <a:ext uri="{FF2B5EF4-FFF2-40B4-BE49-F238E27FC236}">
                <a16:creationId xmlns:a16="http://schemas.microsoft.com/office/drawing/2014/main" id="{67A7AA05-BECE-2DA1-1CE0-C36DBA9D8D73}"/>
              </a:ext>
            </a:extLst>
          </p:cNvPr>
          <p:cNvPicPr>
            <a:picLocks noChangeAspect="1"/>
          </p:cNvPicPr>
          <p:nvPr/>
        </p:nvPicPr>
        <p:blipFill>
          <a:blip r:embed="rId3"/>
          <a:stretch>
            <a:fillRect/>
          </a:stretch>
        </p:blipFill>
        <p:spPr>
          <a:xfrm>
            <a:off x="6029267" y="3359550"/>
            <a:ext cx="2602315" cy="2647753"/>
          </a:xfrm>
          <a:prstGeom prst="rect">
            <a:avLst/>
          </a:prstGeom>
        </p:spPr>
      </p:pic>
    </p:spTree>
    <p:extLst>
      <p:ext uri="{BB962C8B-B14F-4D97-AF65-F5344CB8AC3E}">
        <p14:creationId xmlns:p14="http://schemas.microsoft.com/office/powerpoint/2010/main" val="1500037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VCT_SHOW_CA" val="False"/>
</p:tagLst>
</file>

<file path=ppt/tags/tag2.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5090"/>
  <p:tag name="OP_SCP_COMPONENT_INFO" val="{&quot;title&quot;:&quot;渐变5项流程&quot;,&quot;description&quot;:&quot;渐变5项流程&quot;,&quot;keywords&quot;:[&quot;渐变&quot;,&quot;5项&quot;,&quot;流程&quot;],&quot;labels&quot;:[]}"/>
  <p:tag name="OP_SCP_GROUP_ID" val="1988141a-0488-9f3f-c2a1-9e5347923936"/>
  <p:tag name="OP_SCP_ITEM_COUNT" val="5"/>
</p:tagLst>
</file>

<file path=ppt/tags/tag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5"/>
  <p:tag name="OP_SCP_DEFAULT_TEXT" val="添加标题"/>
</p:tagLst>
</file>

<file path=ppt/tags/tag5.xml><?xml version="1.0" encoding="utf-8"?>
<p:tagLst xmlns:a="http://schemas.openxmlformats.org/drawingml/2006/main" xmlns:r="http://schemas.openxmlformats.org/officeDocument/2006/relationships" xmlns:p="http://schemas.openxmlformats.org/presentationml/2006/main">
  <p:tag name="OP_SCP_SHAPE_TYPE" val="Body"/>
  <p:tag name="OP_SCP_ITEM_INDEX" val="5"/>
  <p:tag name="OP_SCP_DEFAULT_TEXT" val="单击此处添加文本,单击此处添加文本，单击此处添加文本。"/>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7.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PPT-Master_Version_2.0_August_2025.potx" id="{9C392FE5-360A-49C6-83CC-A051B795DF72}" vid="{7A29953D-1659-47B6-A67C-94D3FD3337EC}"/>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4E4EA3C57CE548B890CB7512FD5482" ma:contentTypeVersion="23" ma:contentTypeDescription="Create a new document." ma:contentTypeScope="" ma:versionID="6993a77ec160d41dbca3edf0949b448f">
  <xsd:schema xmlns:xsd="http://www.w3.org/2001/XMLSchema" xmlns:xs="http://www.w3.org/2001/XMLSchema" xmlns:p="http://schemas.microsoft.com/office/2006/metadata/properties" xmlns:ns1="http://schemas.microsoft.com/sharepoint/v3" xmlns:ns2="527e3c49-453e-42ff-b687-e2c7debd2fcc" xmlns:ns3="13c94aa0-49bb-4b58-b360-528f44f477ce" xmlns:ns4="e47812bf-c8f0-415c-9dc6-756594725798" targetNamespace="http://schemas.microsoft.com/office/2006/metadata/properties" ma:root="true" ma:fieldsID="d085c0571497c4e7c1f2cd31ed15fd2c" ns1:_="" ns2:_="" ns3:_="" ns4:_="">
    <xsd:import namespace="http://schemas.microsoft.com/sharepoint/v3"/>
    <xsd:import namespace="527e3c49-453e-42ff-b687-e2c7debd2fcc"/>
    <xsd:import namespace="13c94aa0-49bb-4b58-b360-528f44f477ce"/>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_x7269__x6599__x7f16__x7801_ItemNo_x002e_"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1:_ip_UnifiedCompliancePolicyProperties" minOccurs="0"/>
                <xsd:element ref="ns1:_ip_UnifiedCompliancePolicyUIAction"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27e3c49-453e-42ff-b687-e2c7debd2f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x7269__x6599__x7f16__x7801_ItemNo_x002e_" ma:index="20" nillable="true" ma:displayName="物料编码 Item No." ma:format="Dropdown" ma:internalName="_x7269__x6599__x7f16__x7801_ItemNo_x002e_">
      <xsd:simpleType>
        <xsd:restriction base="dms:Text">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_Flow_SignoffStatus" ma:index="29" nillable="true" ma:displayName="Sign-off status" ma:internalName="Sign_x002d_off_x0020_status">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c94aa0-49bb-4b58-b360-528f44f477c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554cd033-c925-49ad-bdac-940ada61e0c6}" ma:internalName="TaxCatchAll" ma:showField="CatchAllData" ma:web="13c94aa0-49bb-4b58-b360-528f44f477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27e3c49-453e-42ff-b687-e2c7debd2fcc">
      <Terms xmlns="http://schemas.microsoft.com/office/infopath/2007/PartnerControls"/>
    </lcf76f155ced4ddcb4097134ff3c332f>
    <_ip_UnifiedCompliancePolicyProperties xmlns="http://schemas.microsoft.com/sharepoint/v3" xsi:nil="true"/>
    <_Flow_SignoffStatus xmlns="527e3c49-453e-42ff-b687-e2c7debd2fcc" xsi:nil="true"/>
    <_x7269__x6599__x7f16__x7801_ItemNo_x002e_ xmlns="527e3c49-453e-42ff-b687-e2c7debd2fcc" xsi:nil="true"/>
    <TaxCatchAll xmlns="e47812bf-c8f0-415c-9dc6-75659472579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AB65CA-296A-485E-A5BD-A635B18B0E4B}">
  <ds:schemaRefs>
    <ds:schemaRef ds:uri="13c94aa0-49bb-4b58-b360-528f44f477ce"/>
    <ds:schemaRef ds:uri="527e3c49-453e-42ff-b687-e2c7debd2fcc"/>
    <ds:schemaRef ds:uri="e47812bf-c8f0-415c-9dc6-75659472579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DB269DB-7382-403B-8D86-DAC69852551E}">
  <ds:schemaRefs>
    <ds:schemaRef ds:uri="http://purl.org/dc/elements/1.1/"/>
    <ds:schemaRef ds:uri="e47812bf-c8f0-415c-9dc6-756594725798"/>
    <ds:schemaRef ds:uri="http://schemas.openxmlformats.org/package/2006/metadata/core-properties"/>
    <ds:schemaRef ds:uri="http://purl.org/dc/terms/"/>
    <ds:schemaRef ds:uri="13c94aa0-49bb-4b58-b360-528f44f477ce"/>
    <ds:schemaRef ds:uri="http://schemas.microsoft.com/office/2006/documentManagement/types"/>
    <ds:schemaRef ds:uri="http://schemas.microsoft.com/office/2006/metadata/properties"/>
    <ds:schemaRef ds:uri="527e3c49-453e-42ff-b687-e2c7debd2fcc"/>
    <ds:schemaRef ds:uri="http://schemas.microsoft.com/office/infopath/2007/PartnerControls"/>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34484AE9-B17B-4583-9184-74F2ACEFA053}">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Boehringer_PPT-Master_2.0</Template>
  <TotalTime>1034</TotalTime>
  <Words>1534</Words>
  <Application>Microsoft Office PowerPoint</Application>
  <PresentationFormat>宽屏</PresentationFormat>
  <Paragraphs>217</Paragraphs>
  <Slides>9</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Boehringer Forward Head</vt:lpstr>
      <vt:lpstr>Boehringer Forward Text</vt:lpstr>
      <vt:lpstr>Arial</vt:lpstr>
      <vt:lpstr>Boehringer Ingelheim 16:9</vt:lpstr>
      <vt:lpstr>AH pet competitor ecosystem  </vt:lpstr>
      <vt:lpstr>BIAH PET Product List – To C (Non-Prescription Only)</vt:lpstr>
      <vt:lpstr>Major Competitors in China Market – To C (Non-Prescription Only)</vt:lpstr>
      <vt:lpstr>AH Pet Competitor Ecosystem – Pain Point &amp; Strategy Matrix</vt:lpstr>
      <vt:lpstr>Pet Owner Journey / Experience：Boehringer vs Zoetis</vt:lpstr>
      <vt:lpstr>Pet Owner Journey / Experience ：Market insights</vt:lpstr>
      <vt:lpstr>Pet Owner Journey / Experience</vt:lpstr>
      <vt:lpstr>Influence &amp; Visibility — Pain Point &amp; Strategy</vt:lpstr>
      <vt:lpstr>Product &amp; Value</vt:lpstr>
    </vt:vector>
  </TitlesOfParts>
  <Company>Boehringer Ingelheim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Jiang,Jason (IT CTO) BII-CN-S</dc:creator>
  <dc:description/>
  <cp:lastModifiedBy>LILY XU</cp:lastModifiedBy>
  <cp:revision>12</cp:revision>
  <dcterms:created xsi:type="dcterms:W3CDTF">2026-01-22T03:14:17Z</dcterms:created>
  <dcterms:modified xsi:type="dcterms:W3CDTF">2026-05-05T07:59:30Z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0x010100264E4EA3C57CE548B890CB7512FD5482</vt:lpwstr>
  </property>
  <property fmtid="{D5CDD505-2E9C-101B-9397-08002B2CF9AE}" pid="3" name="MediaServiceImageTags">
    <vt:lpwstr/>
  </property>
</Properties>
</file>