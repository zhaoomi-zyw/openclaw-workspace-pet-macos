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宠物药品组合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BIAH Pet Medication Product Portfolio 2026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3200400" cy="54864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非处方产品 · 仅供内部使用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493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Non-Prescription (To-C) Products  |  INTERNAL USE ONLY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数据基于市场调研和行业估算，非官方披露数据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0" y="4297680"/>
            <a:ext cx="1645920" cy="502920"/>
          </a:xfrm>
          <a:prstGeom prst="rect">
            <a:avLst/>
          </a:prstGeom>
          <a:solidFill>
            <a:srgbClr val="00E47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0" y="4297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China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Health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BIAH PET 产品清单 — 非处方药 | Non-Prescription To-C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1828800"/>
                <a:gridCol w="1737360"/>
                <a:gridCol w="26517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药品类别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药品名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客户及疗效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竞争对手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Competitors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2025销量对比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Comparison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Deworming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超可信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NexGard Spectra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狗驱虫，内外同驱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Canine, endo- &amp; ectoparasites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大宠爱（硕腾）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爱沃克（拜耳）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超可信 1.44亿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大宠爱 3.6亿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爱沃克 ~2.4亿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Deworming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博来恩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Broadkick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猫驱虫，内外同驱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Feline, endo- &amp; ectoparasites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妙宠爱（硕腾）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博来恩 1.08亿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妙宠爱 1.8亿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Deworming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福味恩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Fivamix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Canine oral ectoparasiticide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贝卫多（默沙东）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欣宠克（礼蓝）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福味恩 0.48亿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 1.2亿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 ~0.6亿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Deworming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尼可信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Canine oral ectoparasiticide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贝卫多（默沙东）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欣宠克（礼蓝）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尼可信 0.72亿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 1.2亿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 ~0.6亿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Deworming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福来恩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狗驱虫，滴剂外驱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Canine topical ectoparasiticide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拜宠爽（拜耳）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恩倍多（瑞普生物）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福来恩 1.44亿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拜宠爽 1.2亿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恩倍多 ~0.8亿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Deworming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犬心保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Sentinel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狗驱虫，口服内驱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Canine oral endoparasiticide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拜宠清（拜耳）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海乐妙（海正动保）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肠虫清（普安特）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犬心保 0.60亿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拜宠清 1.8亿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海乐妙 ~1.5亿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80060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注：以上数据基于市场调研和行业估算，非官方披露数据  |  Data based on market research estimates, not official disclosure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315200" y="4800600"/>
            <a:ext cx="1463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产品详解 | Product Breakdown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73152" cy="155448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60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 NexGard Spectra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适应症：犬疥螨、蠕形螨、蜱虫、跳蚤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剂型：口服（牛肉味咀嚼片）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优势：中国率先获批异恶唑啉类治疗犬疥螨、蠕形螨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2025销量：1.44亿元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68680"/>
            <a:ext cx="73152" cy="155448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960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福来恩 Frontline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28016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适应症：犬体外寄生虫（跳蚤、蜱）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剂型：滴剂外驱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2025销量：1.44亿元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60320"/>
            <a:ext cx="73152" cy="155448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51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福味恩 + 尼可信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97180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适应症：狗口服外驱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竞品：贝卫多（默沙东）、欣宠克（礼蓝）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销量：0.48亿 + 0.72亿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56032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560320"/>
            <a:ext cx="73152" cy="1554480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651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犬心保 Sentinel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97180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适应症：狗口服内驱（心丝虫、肠道寄生虫）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竞品：拜宠清、海乐妙、肠虫清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2025销量：0.60亿元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297680"/>
            <a:ext cx="4114800" cy="50292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297680"/>
            <a:ext cx="73152" cy="50292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297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 博来恩 Broadkick — 猫驱虫，内外同驱  |  2025销量：1.08亿元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竞品差距分析 | Competitive Gap Analysis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463040"/>
                <a:gridCol w="1463040"/>
                <a:gridCol w="20116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功能 Feature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勃林格 BI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硕腾 Zoetis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拜耳 Bayer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差距 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微信小程序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WeChat Mini Program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完全缺失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驱虫提醒工具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Deworming Reminder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用户粘性低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在线问诊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Vet Consultation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服务闭环差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产品对比工具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Comparison Tool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决策支持弱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C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703320"/>
            <a:ext cx="8412480" cy="68580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3703320"/>
            <a:ext cx="73152" cy="68580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703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核心差距：勃林格在数字化宠物主人体验工具方面全面落后，微信小程序和驱虫提醒等核心功能缺失，导致用户粘性和服务闭环能力严重不足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勃林格在数字化宠物主人体验工具方面全面落后于竞争对手，尤其是微信小程序和驱虫提醒等核心功能的缺失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3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市场地位与销量总览 | Market Position &amp; Sales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14630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15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1.44亿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大宠爱 3.6亿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4360" y="2103120"/>
            <a:ext cx="2377440" cy="109728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103120"/>
            <a:ext cx="950976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005840"/>
            <a:ext cx="2651760" cy="14630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05840"/>
            <a:ext cx="2651760" cy="73152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115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福来恩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1.44亿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2900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拜宠爽 1.2亿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29000" y="2103120"/>
            <a:ext cx="2377440" cy="109728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29000" y="2103120"/>
            <a:ext cx="1141171" cy="109728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1005840"/>
            <a:ext cx="2651760" cy="14630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05840"/>
            <a:ext cx="2651760" cy="73152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115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尼可信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8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0.72亿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6364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贝卫多 1.2亿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63640" y="2103120"/>
            <a:ext cx="2377440" cy="109728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63640" y="2103120"/>
            <a:ext cx="713232" cy="109728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2697480"/>
            <a:ext cx="2651760" cy="14630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697480"/>
            <a:ext cx="2651760" cy="73152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博来恩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063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E6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1.08亿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9436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妙宠爱 1.8亿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4360" y="3794760"/>
            <a:ext cx="2377440" cy="109728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3794760"/>
            <a:ext cx="855878" cy="109728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32" name="Shape 30"/>
          <p:cNvSpPr/>
          <p:nvPr/>
        </p:nvSpPr>
        <p:spPr>
          <a:xfrm>
            <a:off x="3291840" y="2697480"/>
            <a:ext cx="2651760" cy="14630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91840" y="2697480"/>
            <a:ext cx="2651760" cy="73152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34" name="Text 32"/>
          <p:cNvSpPr/>
          <p:nvPr/>
        </p:nvSpPr>
        <p:spPr>
          <a:xfrm>
            <a:off x="3429000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犬心保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429000" y="3063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C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0.60亿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342900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拜宠清 1.8亿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29000" y="3794760"/>
            <a:ext cx="2377440" cy="109728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429000" y="3794760"/>
            <a:ext cx="594360" cy="109728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39" name="Shape 37"/>
          <p:cNvSpPr/>
          <p:nvPr/>
        </p:nvSpPr>
        <p:spPr>
          <a:xfrm>
            <a:off x="6126480" y="2697480"/>
            <a:ext cx="2651760" cy="14630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2697480"/>
            <a:ext cx="265176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福味恩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63640" y="3063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0.48亿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626364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欣宠克 ~0.6亿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63640" y="3794760"/>
            <a:ext cx="2377440" cy="109728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263640" y="3794760"/>
            <a:ext cx="475488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注：以上数据基于市场调研和行业估算，非官方披露数据 | Data based on market research estimates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 Pet Medication Product Portfolio 2026</dc:title>
  <dc:subject>PptxGenJS Presentation</dc:subject>
  <dc:creator>BI China Pet Health</dc:creator>
  <cp:lastModifiedBy>BI China Pet Health</cp:lastModifiedBy>
  <cp:revision>1</cp:revision>
  <dcterms:created xsi:type="dcterms:W3CDTF">2026-05-05T08:19:00Z</dcterms:created>
  <dcterms:modified xsi:type="dcterms:W3CDTF">2026-05-05T08:19:00Z</dcterms:modified>
</cp:coreProperties>
</file>