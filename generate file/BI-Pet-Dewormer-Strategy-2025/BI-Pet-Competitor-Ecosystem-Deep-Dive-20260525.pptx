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竞争生态地图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Map — 用关系图看竞争，而不是只看竞品清单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3657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Shape 4"/>
          <p:cNvSpPr/>
          <p:nvPr/>
        </p:nvSpPr>
        <p:spPr>
          <a:xfrm>
            <a:off x="3566160" y="1828800"/>
            <a:ext cx="2011680" cy="1005840"/>
          </a:xfrm>
          <a:prstGeom prst="ellipse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宠物预防医学平台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828800" cy="685800"/>
          </a:xfrm>
          <a:prstGeom prst="rect">
            <a:avLst/>
          </a:prstGeom>
          <a:solidFill>
            <a:srgbClr val="A3E5E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517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外资高端预防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92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硕腾/默沙东/礼蓝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0" y="1463040"/>
            <a:ext cx="1828800" cy="685800"/>
          </a:xfrm>
          <a:prstGeom prst="rect">
            <a:avLst/>
          </a:prstGeom>
          <a:solidFill>
            <a:srgbClr val="FFE66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1517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1792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海正/瑞普/普莱柯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2011680" cy="685800"/>
          </a:xfrm>
          <a:prstGeom prst="rect">
            <a:avLst/>
          </a:prstGeom>
          <a:solidFill>
            <a:srgbClr val="C5C3E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072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医生推荐/病例教育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75120" y="3017520"/>
            <a:ext cx="2011680" cy="685800"/>
          </a:xfrm>
          <a:prstGeom prst="rect">
            <a:avLst/>
          </a:prstGeom>
          <a:solidFill>
            <a:srgbClr val="F58A6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072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电商平台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搜索/比价/复购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66160" y="3566160"/>
            <a:ext cx="2011680" cy="685800"/>
          </a:xfrm>
          <a:prstGeom prst="rect">
            <a:avLst/>
          </a:prstGeom>
          <a:solidFill>
            <a:srgbClr val="A3E5E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0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内容KOC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医生/达人/社群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0" y="1892808"/>
            <a:ext cx="1280160" cy="0"/>
          </a:xfrm>
          <a:prstGeom prst="line">
            <a:avLst/>
          </a:prstGeom>
          <a:noFill/>
          <a:ln w="19050">
            <a:solidFill>
              <a:srgbClr val="00E47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577840" y="1892808"/>
            <a:ext cx="1280160" cy="0"/>
          </a:xfrm>
          <a:prstGeom prst="line">
            <a:avLst/>
          </a:prstGeom>
          <a:noFill/>
          <a:ln w="19050">
            <a:solidFill>
              <a:srgbClr val="00E47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286000" y="3355848"/>
            <a:ext cx="1280160" cy="0"/>
          </a:xfrm>
          <a:prstGeom prst="line">
            <a:avLst/>
          </a:prstGeom>
          <a:noFill/>
          <a:ln w="19050">
            <a:solidFill>
              <a:srgbClr val="00E47C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577840" y="3355848"/>
            <a:ext cx="1280160" cy="0"/>
          </a:xfrm>
          <a:prstGeom prst="line">
            <a:avLst/>
          </a:prstGeom>
          <a:noFill/>
          <a:ln w="19050">
            <a:solidFill>
              <a:srgbClr val="00E47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72000" y="2834640"/>
            <a:ext cx="0" cy="731520"/>
          </a:xfrm>
          <a:prstGeom prst="line">
            <a:avLst/>
          </a:prstGeom>
          <a:noFill/>
          <a:ln w="19050">
            <a:solidFill>
              <a:srgbClr val="00E47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65760" y="4407408"/>
            <a:ext cx="8412480" cy="347472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4074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外资抢高端信任，国产抢价格带，医院掌握推荐，电商放大价格，内容平台影响认知。BI要把这些节点串起来。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| BI China Pet Health |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驱虫打法：犬猫分路径 | Dog/Cat-Specific Strategy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160520" cy="47548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犬端 DOG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户外、蜱虫、跳蚤、心丝虫、皮肤寄生虫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超可信作为高阶预防核心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尼可信/福味恩/福来恩/犬心保按风险和价格带承接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医院推荐 + 电商搜索词防守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407408"/>
            <a:ext cx="4160520" cy="347472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4074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核心：户外风险 × 口服依从性 × 兽医推荐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804672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804672"/>
            <a:ext cx="4160520" cy="47548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80467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猫端 CAT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13716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室内猫、多猫家庭、低应激、舔舐安全、喂药压力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1920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1488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博来恩/福来恩强调滴剂便利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广谱覆盖和室内猫也需预防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834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063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小红书/抖音科普 + 医院首次建档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4407408"/>
            <a:ext cx="4160520" cy="347472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44074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核心：低应激 × 滴剂便利 × 室内猫教育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2026中国宠物行业白皮书公开报道；产品定位为市场部策略整理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Owner Journey / Experience：市场洞察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9144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50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竞品已经在搭建数据驱动的宠主旅程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其他品牌已通过宠物健康管理、知识教育、咨询入口和提醒服务，建立从知识 → 咨询 → 监测 → 服务的全生命周期触点。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28800"/>
            <a:ext cx="416052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Pain Points 痛点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缺少前端平台触达宠主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用户行为与健康数据分散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缺少可被LLM索引和引用的宠主知识资产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886200"/>
            <a:ext cx="4160520" cy="8686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31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IT数字化机会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GPT：智能咨询 / 科普教育 / 转化驱动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804672"/>
            <a:ext cx="4160520" cy="214884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04672"/>
            <a:ext cx="4160520" cy="4114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GPT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298448"/>
            <a:ext cx="3794760" cy="5943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3441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dog has diarrhea. Should I worry?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993392"/>
            <a:ext cx="3794760" cy="8686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0391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triage + clinic guidance.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044952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44952"/>
            <a:ext cx="416052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0449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Profile 宠物档案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493008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Doggy | 6 yrs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Parasite treatment due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record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Deworming record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AH pet competitor ecosystem327 source slide 7; adapted to BI white redesign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GPT 三阶段路线 | From Education Layer To Closed-loop Orchestrator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把BI从内容强推进到内容能行动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2743200" cy="50292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Layer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驱虫/寄生虫基础问答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基于FAQ的标准化回答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按年龄/品种/生活方式提示风险并引导产品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261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Companion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宠物档案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驱虫提醒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周期性教育推送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新手宠主旅程陪伴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2344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234440"/>
            <a:ext cx="2743200" cy="50292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261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Orchestrator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18288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对接京东健康/电商购买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对接医院咨询/预约跳转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复购提醒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2651760"/>
            <a:ext cx="868680" cy="0"/>
          </a:xfrm>
          <a:prstGeom prst="line">
            <a:avLst/>
          </a:prstGeom>
          <a:noFill/>
          <a:ln w="25400">
            <a:solidFill>
              <a:srgbClr val="00E4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2651760"/>
            <a:ext cx="868680" cy="0"/>
          </a:xfrm>
          <a:prstGeom prst="line">
            <a:avLst/>
          </a:prstGeom>
          <a:noFill/>
          <a:ln w="25400">
            <a:solidFill>
              <a:srgbClr val="00E4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4251960"/>
            <a:ext cx="73152" cy="50292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如果贝卫多、硕腾的优势是品牌教育 + 购买意图更短，那么 Pet GPT 的价值就是把BI从内容强推进到内容能行动。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AH pet competitor ecosystem327 source slide 8; adapted to BI white redesign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防止经销商窜货：一物一码运营闭环 | Anti-Diversion Loop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让每一盒产品的流向、区域和价格都可被管理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00E47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一物一码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盒码/箱码父子关联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绑定批次、经销商、区域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554480"/>
            <a:ext cx="640080" cy="640080"/>
          </a:xfrm>
          <a:prstGeom prst="ellipse">
            <a:avLst/>
          </a:prstGeom>
          <a:solidFill>
            <a:srgbClr val="A3E5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356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流向采集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出库、收货、稽查、消费者扫码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形成多点流向证据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rgbClr val="FFE66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异常预警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跨区扫码、低价、同码多地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库存异常和短期爆量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65176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971800"/>
            <a:ext cx="640080" cy="640080"/>
          </a:xfrm>
          <a:prstGeom prst="ellipse">
            <a:avLst/>
          </a:prstGeom>
          <a:solidFill>
            <a:srgbClr val="F58A68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政策联动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返利、供货、授权SKU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与合规表现挂钩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160520"/>
            <a:ext cx="8503920" cy="347472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管理闭环：码上身份 → 流向绑定 → 区域/价格监测 → 异常稽查 → 返利/供货政策联动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落地关键：医院专供SKU、电商授权店、经销商区域授权、MAP价格和扫码合规奖励必须同时设计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落地关键与行动建议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286000" cy="3657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一物一码防伪溯源/防窜货方案公开资料；药品追溯管理实践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BI宠物竞争生态深度解析 2026</dc:title>
  <dc:subject>PptxGenJS Presentation</dc:subject>
  <dc:creator>BI China Pet Health</dc:creator>
  <cp:lastModifiedBy>BI China Pet Health</cp:lastModifiedBy>
  <cp:revision>1</cp:revision>
  <dcterms:created xsi:type="dcterms:W3CDTF">2026-05-25T10:20:48Z</dcterms:created>
  <dcterms:modified xsi:type="dcterms:W3CDTF">2026-05-25T10:20:48Z</dcterms:modified>
</cp:coreProperties>
</file>